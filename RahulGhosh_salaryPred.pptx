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  <p:sldMasterId id="2147483709" r:id="rId2"/>
  </p:sldMasterIdLst>
  <p:notesMasterIdLst>
    <p:notesMasterId r:id="rId13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14"/>
      <p:bold r:id="rId15"/>
      <p:italic r:id="rId16"/>
      <p:boldItalic r:id="rId17"/>
    </p:embeddedFont>
    <p:embeddedFont>
      <p:font typeface="IBM Plex Sans Medium" panose="020B0603050203000203" pitchFamily="34" charset="0"/>
      <p:regular r:id="rId18"/>
      <p:bold r:id="rId19"/>
      <p:italic r:id="rId20"/>
      <p:boldItalic r:id="rId21"/>
    </p:embeddedFont>
    <p:embeddedFont>
      <p:font typeface="IBM Plex Sans SemiBold" panose="020B0703050203000203" pitchFamily="34" charset="0"/>
      <p:regular r:id="rId22"/>
      <p:bold r:id="rId23"/>
      <p:italic r:id="rId24"/>
      <p:boldItalic r:id="rId25"/>
    </p:embeddedFont>
    <p:embeddedFont>
      <p:font typeface="Sora" panose="020B0604020202020204" charset="0"/>
      <p:regular r:id="rId26"/>
      <p:bold r:id="rId27"/>
    </p:embeddedFont>
    <p:embeddedFont>
      <p:font typeface="Sora ExtraLight" panose="020B0604020202020204" charset="0"/>
      <p:regular r:id="rId28"/>
      <p:bold r:id="rId29"/>
    </p:embeddedFont>
    <p:embeddedFont>
      <p:font typeface="Sora Light" panose="020B0604020202020204" charset="0"/>
      <p:regular r:id="rId30"/>
      <p:bold r:id="rId31"/>
    </p:embeddedFont>
    <p:embeddedFont>
      <p:font typeface="Sora Medium" panose="020B0604020202020204" charset="0"/>
      <p:regular r:id="rId32"/>
      <p:bold r:id="rId33"/>
    </p:embeddedFont>
    <p:embeddedFont>
      <p:font typeface="Sora SemiBold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5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tableStyles" Target="tableStyles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99a0da37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99a0da37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99a0da370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399a0da370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99a0da370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399a0da370c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99a0da370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399a0da370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99a0da370c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99a0da370c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99a186d3e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99a186d3e3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99a186d3e3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99a186d3e3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99a186d3e3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99a186d3e3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99a186d3e3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99a186d3e3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99a0da370c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99a0da370c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2">
  <p:cSld name="BLANK_2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name="adj1" fmla="val 694140"/>
              <a:gd name="adj2" fmla="val 11948531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2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 rot="10800000" flipH="1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1" name="Google Shape;61;p14"/>
            <p:cNvSpPr/>
            <p:nvPr/>
          </p:nvSpPr>
          <p:spPr>
            <a:xfrm>
              <a:off x="4208325" y="1644500"/>
              <a:ext cx="4962825" cy="3516000"/>
            </a:xfrm>
            <a:custGeom>
              <a:avLst/>
              <a:gdLst/>
              <a:ahLst/>
              <a:cxnLst/>
              <a:rect l="l" t="t" r="r" b="b"/>
              <a:pathLst>
                <a:path w="198513" h="140640" extrusionOk="0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2" name="Google Shape;62;p14"/>
            <p:cNvSpPr/>
            <p:nvPr/>
          </p:nvSpPr>
          <p:spPr>
            <a:xfrm>
              <a:off x="3200875" y="1642950"/>
              <a:ext cx="1795975" cy="3517550"/>
            </a:xfrm>
            <a:custGeom>
              <a:avLst/>
              <a:gdLst/>
              <a:ahLst/>
              <a:cxnLst/>
              <a:rect l="l" t="t" r="r" b="b"/>
              <a:pathLst>
                <a:path w="71839" h="140702" extrusionOk="0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3" name="Google Shape;63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4" name="Google Shape;64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5" name="Google Shape;65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6" name="Google Shape;66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8" name="Google Shape;68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9" name="Google Shape;69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70" name="Google Shape;70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3" name="Google Shape;73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4" name="Google Shape;74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" name="Google Shape;7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8" name="Google Shape;78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9" name="Google Shape;79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80" name="Google Shape;80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" name="Google Shape;82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">
  <p:cSld name="BLANK_1_1_3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8" name="Google Shape;88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9" name="Google Shape;8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4" name="Google Shape;94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5" name="Google Shape;9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0" name="Google Shape;100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1" name="Google Shape;101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4" name="Google Shape;104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5" name="Google Shape;105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6" name="Google Shape;106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7" name="Google Shape;10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0" name="Google Shape;11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1" name="Google Shape;11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2" name="Google Shape;112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3" name="Google Shape;113;p15"/>
          <p:cNvSpPr/>
          <p:nvPr/>
        </p:nvSpPr>
        <p:spPr>
          <a:xfrm flipH="1">
            <a:off x="12" y="3308203"/>
            <a:ext cx="9143963" cy="1835315"/>
          </a:xfrm>
          <a:custGeom>
            <a:avLst/>
            <a:gdLst/>
            <a:ahLst/>
            <a:cxnLst/>
            <a:rect l="l" t="t" r="r" b="b"/>
            <a:pathLst>
              <a:path w="61561" h="29205" extrusionOk="0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11" y="2611497"/>
            <a:ext cx="725708" cy="1448283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" name="Google Shape;116;p15"/>
          <p:cNvSpPr/>
          <p:nvPr/>
        </p:nvSpPr>
        <p:spPr>
          <a:xfrm rot="-5400000" flipH="1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body" idx="1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2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4" name="Google Shape;124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5" name="Google Shape;125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6" name="Google Shape;126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1" name="Google Shape;131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2" name="Google Shape;132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7" name="Google Shape;137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8" name="Google Shape;138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" name="Google Shape;140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" name="Google Shape;141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3" name="Google Shape;143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4" name="Google Shape;144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" name="Google Shape;146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" name="Google Shape;147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8" name="Google Shape;148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9" name="Google Shape;149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51" name="Google Shape;151;p16"/>
          <p:cNvSpPr/>
          <p:nvPr/>
        </p:nvSpPr>
        <p:spPr>
          <a:xfrm flipH="1">
            <a:off x="8423546" y="3087297"/>
            <a:ext cx="725708" cy="1448283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dist="76200" dir="7800000" algn="bl" rotWithShape="0">
              <a:schemeClr val="accent1">
                <a:alpha val="2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2" name="Google Shape;152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dist="28575" dir="2700000" algn="bl" rotWithShape="0">
              <a:schemeClr val="accent1">
                <a:alpha val="2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dist="38100" dir="5400000" algn="bl" rotWithShape="0">
              <a:schemeClr val="accent3">
                <a:alpha val="3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1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457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- Alt 1">
  <p:cSld name="BLANK_1_1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60" name="Google Shape;160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61" name="Google Shape;161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2" name="Google Shape;162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3" name="Google Shape;163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4" name="Google Shape;164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7" name="Google Shape;167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8" name="Google Shape;16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9" name="Google Shape;16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0" name="Google Shape;17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3" name="Google Shape;173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4" name="Google Shape;17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5" name="Google Shape;17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6" name="Google Shape;17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9" name="Google Shape;179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80" name="Google Shape;18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1" name="Google Shape;18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2" name="Google Shape;18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3" name="Google Shape;18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4" name="Google Shape;18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5" name="Google Shape;185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6" name="Google Shape;186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7" name="Google Shape;187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8" name="Google Shape;188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9" name="Google Shape;189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2" name="Google Shape;192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93" name="Google Shape;193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7" name="Google Shape;197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8" name="Google Shape;198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203" name="Google Shape;203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7" name="Google Shape;207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8" name="Google Shape;208;p17"/>
            <p:cNvSpPr/>
            <p:nvPr/>
          </p:nvSpPr>
          <p:spPr>
            <a:xfrm>
              <a:off x="1870575" y="-635"/>
              <a:ext cx="7300075" cy="4989625"/>
            </a:xfrm>
            <a:custGeom>
              <a:avLst/>
              <a:gdLst/>
              <a:ahLst/>
              <a:cxnLst/>
              <a:rect l="l" t="t" r="r" b="b"/>
              <a:pathLst>
                <a:path w="292003" h="199585" extrusionOk="0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9" name="Google Shape;209;p17"/>
            <p:cNvSpPr/>
            <p:nvPr/>
          </p:nvSpPr>
          <p:spPr>
            <a:xfrm>
              <a:off x="1870575" y="4089437"/>
              <a:ext cx="6285225" cy="1084025"/>
            </a:xfrm>
            <a:custGeom>
              <a:avLst/>
              <a:gdLst/>
              <a:ahLst/>
              <a:cxnLst/>
              <a:rect l="l" t="t" r="r" b="b"/>
              <a:pathLst>
                <a:path w="251409" h="43361" extrusionOk="0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10" name="Google Shape;210;p17"/>
          <p:cNvSpPr txBox="1">
            <a:spLocks noGrp="1"/>
          </p:cNvSpPr>
          <p:nvPr>
            <p:ph type="body" idx="1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28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28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211" name="Google Shape;211;p17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12" name="Google Shape;212;p17"/>
          <p:cNvSpPr txBox="1">
            <a:spLocks noGrp="1"/>
          </p:cNvSpPr>
          <p:nvPr>
            <p:ph type="body" idx="2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213" name="Google Shape;213;p17"/>
          <p:cNvSpPr txBox="1">
            <a:spLocks noGrp="1"/>
          </p:cNvSpPr>
          <p:nvPr>
            <p:ph type="title" idx="3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214" name="Google Shape;214;p17"/>
          <p:cNvSpPr txBox="1">
            <a:spLocks noGrp="1"/>
          </p:cNvSpPr>
          <p:nvPr>
            <p:ph type="title" idx="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15" name="Google Shape;215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3 images">
  <p:cSld name="BLANK_1_1_1_1_2">
    <p:bg>
      <p:bgPr>
        <a:solidFill>
          <a:schemeClr val="lt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 rot="10800000" flipH="1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18"/>
          <p:cNvSpPr/>
          <p:nvPr/>
        </p:nvSpPr>
        <p:spPr>
          <a:xfrm rot="10800000" flipH="1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9" name="Google Shape;219;p18"/>
          <p:cNvSpPr/>
          <p:nvPr/>
        </p:nvSpPr>
        <p:spPr>
          <a:xfrm rot="10800000" flipH="1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0" name="Google Shape;220;p18"/>
          <p:cNvSpPr/>
          <p:nvPr/>
        </p:nvSpPr>
        <p:spPr>
          <a:xfrm rot="10800000" flipH="1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1" name="Google Shape;221;p18"/>
          <p:cNvSpPr txBox="1">
            <a:spLocks noGrp="1"/>
          </p:cNvSpPr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>
            <a:spLocks noGrp="1"/>
          </p:cNvSpPr>
          <p:nvPr>
            <p:ph type="pic" idx="2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18"/>
          <p:cNvSpPr>
            <a:spLocks noGrp="1"/>
          </p:cNvSpPr>
          <p:nvPr>
            <p:ph type="pic" idx="3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18"/>
          <p:cNvSpPr>
            <a:spLocks noGrp="1"/>
          </p:cNvSpPr>
          <p:nvPr>
            <p:ph type="pic" idx="4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18"/>
          <p:cNvSpPr txBox="1">
            <a:spLocks noGrp="1"/>
          </p:cNvSpPr>
          <p:nvPr>
            <p:ph type="subTitle" idx="1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26" name="Google Shape;226;p18"/>
          <p:cNvSpPr txBox="1">
            <a:spLocks noGrp="1"/>
          </p:cNvSpPr>
          <p:nvPr>
            <p:ph type="subTitle" idx="5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title" idx="6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title" idx="7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29" name="Google Shape;229;p18"/>
          <p:cNvSpPr txBox="1">
            <a:spLocks noGrp="1"/>
          </p:cNvSpPr>
          <p:nvPr>
            <p:ph type="subTitle" idx="8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30" name="Google Shape;230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31" name="Google Shape;231;p18"/>
            <p:cNvSpPr/>
            <p:nvPr/>
          </p:nvSpPr>
          <p:spPr>
            <a:xfrm>
              <a:off x="4308382" y="4487840"/>
              <a:ext cx="4833127" cy="653214"/>
            </a:xfrm>
            <a:custGeom>
              <a:avLst/>
              <a:gdLst/>
              <a:ahLst/>
              <a:cxnLst/>
              <a:rect l="l" t="t" r="r" b="b"/>
              <a:pathLst>
                <a:path w="89735" h="12128" extrusionOk="0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4308382" y="3740892"/>
              <a:ext cx="4833127" cy="741006"/>
            </a:xfrm>
            <a:custGeom>
              <a:avLst/>
              <a:gdLst/>
              <a:ahLst/>
              <a:cxnLst/>
              <a:rect l="l" t="t" r="r" b="b"/>
              <a:pathLst>
                <a:path w="89735" h="13758" extrusionOk="0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4308382" y="2704009"/>
              <a:ext cx="4833127" cy="1032065"/>
            </a:xfrm>
            <a:custGeom>
              <a:avLst/>
              <a:gdLst/>
              <a:ahLst/>
              <a:cxnLst/>
              <a:rect l="l" t="t" r="r" b="b"/>
              <a:pathLst>
                <a:path w="89735" h="19162" extrusionOk="0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34" name="Google Shape;234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Alt 1">
  <p:cSld name="BLANK_1_1_1_1_1_1_1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name="adj1" fmla="val 4346562"/>
              <a:gd name="adj2" fmla="val 1725432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7" name="Google Shape;237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name="adj1" fmla="val 3282930"/>
              <a:gd name="adj2" fmla="val 1474422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6008850" y="3120100"/>
            <a:ext cx="3135148" cy="2023395"/>
          </a:xfrm>
          <a:custGeom>
            <a:avLst/>
            <a:gdLst/>
            <a:ahLst/>
            <a:cxnLst/>
            <a:rect l="l" t="t" r="r" b="b"/>
            <a:pathLst>
              <a:path w="61561" h="29205" extrusionOk="0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9" name="Google Shape;239;p19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title" idx="2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subTitle" idx="1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2" name="Google Shape;242;p19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43" name="Google Shape;243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Alt 2">
  <p:cSld name="BLANK_1_1_1_1_1_1_1_2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/>
          <p:nvPr/>
        </p:nvSpPr>
        <p:spPr>
          <a:xfrm>
            <a:off x="5861425" y="3065475"/>
            <a:ext cx="3282600" cy="2078950"/>
          </a:xfrm>
          <a:custGeom>
            <a:avLst/>
            <a:gdLst/>
            <a:ahLst/>
            <a:cxnLst/>
            <a:rect l="l" t="t" r="r" b="b"/>
            <a:pathLst>
              <a:path w="131304" h="83158" extrusionOk="0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46" name="Google Shape;246;p20"/>
          <p:cNvSpPr/>
          <p:nvPr/>
        </p:nvSpPr>
        <p:spPr>
          <a:xfrm>
            <a:off x="6818025" y="1675"/>
            <a:ext cx="2326300" cy="3183925"/>
          </a:xfrm>
          <a:custGeom>
            <a:avLst/>
            <a:gdLst/>
            <a:ahLst/>
            <a:cxnLst/>
            <a:rect l="l" t="t" r="r" b="b"/>
            <a:pathLst>
              <a:path w="93052" h="127357" extrusionOk="0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7" name="Google Shape;247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8" name="Google Shape;248;p20"/>
            <p:cNvGrpSpPr/>
            <p:nvPr/>
          </p:nvGrpSpPr>
          <p:grpSpPr>
            <a:xfrm rot="10800000" flipH="1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9" name="Google Shape;249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3" name="Google Shape;253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54" name="Google Shape;254;p20"/>
            <p:cNvGrpSpPr/>
            <p:nvPr/>
          </p:nvGrpSpPr>
          <p:grpSpPr>
            <a:xfrm rot="10800000" flipH="1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55" name="Google Shape;255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6" name="Google Shape;256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7" name="Google Shape;257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8" name="Google Shape;258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9" name="Google Shape;259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60" name="Google Shape;260;p20"/>
            <p:cNvSpPr/>
            <p:nvPr/>
          </p:nvSpPr>
          <p:spPr>
            <a:xfrm rot="10800000" flipH="1">
              <a:off x="1927813" y="392406"/>
              <a:ext cx="402000" cy="407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61" name="Google Shape;261;p20"/>
          <p:cNvSpPr txBox="1">
            <a:spLocks noGrp="1"/>
          </p:cNvSpPr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name="adj1" fmla="val 2600939"/>
              <a:gd name="adj2" fmla="val 1856118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name="adj1" fmla="val 837048"/>
              <a:gd name="adj2" fmla="val 196652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4" name="Google Shape;264;p20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65" name="Google Shape;265;p20"/>
          <p:cNvSpPr txBox="1">
            <a:spLocks noGrp="1"/>
          </p:cNvSpPr>
          <p:nvPr>
            <p:ph type="subTitle" idx="1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66" name="Google Shape;266;p20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67" name="Google Shape;267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2">
  <p:cSld name="BLANK_1_1_1_1_1_1_1_1_1_1_9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77" name="Google Shape;277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78" name="Google Shape;278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9" name="Google Shape;279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0" name="Google Shape;280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83" name="Google Shape;283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84" name="Google Shape;284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5" name="Google Shape;285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6" name="Google Shape;286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7" name="Google Shape;287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88" name="Google Shape;288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9" name="Google Shape;289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0" name="Google Shape;290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1" name="Google Shape;291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2" name="Google Shape;292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93" name="Google Shape;293;p22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CUSTOM_2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99" name="Google Shape;299;p23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grpSp>
        <p:nvGrpSpPr>
          <p:cNvPr id="300" name="Google Shape;300;p23"/>
          <p:cNvGrpSpPr/>
          <p:nvPr/>
        </p:nvGrpSpPr>
        <p:grpSpPr>
          <a:xfrm rot="10800000" flipH="1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301" name="Google Shape;301;p23"/>
            <p:cNvSpPr/>
            <p:nvPr/>
          </p:nvSpPr>
          <p:spPr>
            <a:xfrm>
              <a:off x="4306084" y="4485495"/>
              <a:ext cx="4837921" cy="658008"/>
            </a:xfrm>
            <a:custGeom>
              <a:avLst/>
              <a:gdLst/>
              <a:ahLst/>
              <a:cxnLst/>
              <a:rect l="l" t="t" r="r" b="b"/>
              <a:pathLst>
                <a:path w="89824" h="12217" fill="none" extrusionOk="0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4306084" y="3738493"/>
              <a:ext cx="4837921" cy="747038"/>
            </a:xfrm>
            <a:custGeom>
              <a:avLst/>
              <a:gdLst/>
              <a:ahLst/>
              <a:cxnLst/>
              <a:rect l="l" t="t" r="r" b="b"/>
              <a:pathLst>
                <a:path w="89824" h="13870" fill="none" extrusionOk="0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4306084" y="2701610"/>
              <a:ext cx="4837921" cy="1036913"/>
            </a:xfrm>
            <a:custGeom>
              <a:avLst/>
              <a:gdLst/>
              <a:ahLst/>
              <a:cxnLst/>
              <a:rect l="l" t="t" r="r" b="b"/>
              <a:pathLst>
                <a:path w="89824" h="19252" fill="none" extrusionOk="0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04" name="Google Shape;304;p23"/>
          <p:cNvSpPr txBox="1">
            <a:spLocks noGrp="1"/>
          </p:cNvSpPr>
          <p:nvPr>
            <p:ph type="subTitle" idx="1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subTitle" idx="3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23"/>
          <p:cNvSpPr txBox="1">
            <a:spLocks noGrp="1"/>
          </p:cNvSpPr>
          <p:nvPr>
            <p:ph type="subTitle" idx="4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3"/>
          <p:cNvSpPr txBox="1">
            <a:spLocks noGrp="1"/>
          </p:cNvSpPr>
          <p:nvPr>
            <p:ph type="subTitle" idx="5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3"/>
          <p:cNvSpPr txBox="1">
            <a:spLocks noGrp="1"/>
          </p:cNvSpPr>
          <p:nvPr>
            <p:ph type="subTitle" idx="6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23"/>
          <p:cNvSpPr txBox="1">
            <a:spLocks noGrp="1"/>
          </p:cNvSpPr>
          <p:nvPr>
            <p:ph type="subTitle" idx="7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10" name="Google Shape;31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11" name="Google Shape;31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avLst/>
              <a:gdLst/>
              <a:ahLst/>
              <a:cxnLst/>
              <a:rect l="l" t="t" r="r" b="b"/>
              <a:pathLst>
                <a:path w="409856" h="140705" extrusionOk="0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12" name="Google Shape;31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avLst/>
              <a:gdLst/>
              <a:ahLst/>
              <a:cxnLst/>
              <a:rect l="l" t="t" r="r" b="b"/>
              <a:pathLst>
                <a:path w="31649" h="140700" extrusionOk="0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13" name="Google Shape;313;p23"/>
          <p:cNvSpPr txBox="1">
            <a:spLocks noGrp="1"/>
          </p:cNvSpPr>
          <p:nvPr>
            <p:ph type="title" idx="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14" name="Google Shape;314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1_1_1_1_1_1_1_1_7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"/>
          <p:cNvSpPr/>
          <p:nvPr/>
        </p:nvSpPr>
        <p:spPr>
          <a:xfrm>
            <a:off x="5050850" y="3243900"/>
            <a:ext cx="4093093" cy="1899657"/>
          </a:xfrm>
          <a:custGeom>
            <a:avLst/>
            <a:gdLst/>
            <a:ahLst/>
            <a:cxnLst/>
            <a:rect l="l" t="t" r="r" b="b"/>
            <a:pathLst>
              <a:path w="115714" h="54955" fill="none" extrusionOk="0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6123025" y="-3887"/>
            <a:ext cx="3022650" cy="837525"/>
          </a:xfrm>
          <a:custGeom>
            <a:avLst/>
            <a:gdLst/>
            <a:ahLst/>
            <a:cxnLst/>
            <a:rect l="l" t="t" r="r" b="b"/>
            <a:pathLst>
              <a:path w="120906" h="33501" extrusionOk="0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dist="219075" dir="5700000" algn="bl" rotWithShape="0">
              <a:schemeClr val="lt2">
                <a:alpha val="40000"/>
              </a:schemeClr>
            </a:outerShdw>
          </a:effectLst>
        </p:spPr>
      </p:sp>
      <p:sp>
        <p:nvSpPr>
          <p:cNvPr id="318" name="Google Shape;318;p24"/>
          <p:cNvSpPr txBox="1">
            <a:spLocks noGrp="1"/>
          </p:cNvSpPr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319" name="Google Shape;319;p24"/>
          <p:cNvSpPr txBox="1">
            <a:spLocks noGrp="1"/>
          </p:cNvSpPr>
          <p:nvPr>
            <p:ph type="title" idx="2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320" name="Google Shape;320;p24"/>
          <p:cNvSpPr txBox="1">
            <a:spLocks noGrp="1"/>
          </p:cNvSpPr>
          <p:nvPr>
            <p:ph type="title" idx="3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1" name="Google Shape;321;p24"/>
          <p:cNvSpPr txBox="1">
            <a:spLocks noGrp="1"/>
          </p:cNvSpPr>
          <p:nvPr>
            <p:ph type="title" idx="4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2" name="Google Shape;322;p24"/>
          <p:cNvSpPr txBox="1">
            <a:spLocks noGrp="1"/>
          </p:cNvSpPr>
          <p:nvPr>
            <p:ph type="title" idx="5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24"/>
          <p:cNvSpPr txBox="1">
            <a:spLocks noGrp="1"/>
          </p:cNvSpPr>
          <p:nvPr>
            <p:ph type="title" idx="6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24"/>
          <p:cNvSpPr txBox="1">
            <a:spLocks noGrp="1"/>
          </p:cNvSpPr>
          <p:nvPr>
            <p:ph type="title" idx="7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24"/>
          <p:cNvSpPr txBox="1">
            <a:spLocks noGrp="1"/>
          </p:cNvSpPr>
          <p:nvPr>
            <p:ph type="title" idx="8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24"/>
          <p:cNvSpPr txBox="1">
            <a:spLocks noGrp="1"/>
          </p:cNvSpPr>
          <p:nvPr>
            <p:ph type="title" idx="9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27" name="Google Shape;327;p24"/>
          <p:cNvSpPr txBox="1">
            <a:spLocks noGrp="1"/>
          </p:cNvSpPr>
          <p:nvPr>
            <p:ph type="title" idx="13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328" name="Google Shape;328;p24"/>
          <p:cNvSpPr txBox="1">
            <a:spLocks noGrp="1"/>
          </p:cNvSpPr>
          <p:nvPr>
            <p:ph type="title" idx="14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29" name="Google Shape;329;p24"/>
          <p:cNvSpPr txBox="1">
            <a:spLocks noGrp="1"/>
          </p:cNvSpPr>
          <p:nvPr>
            <p:ph type="title" idx="1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30" name="Google Shape;330;p24"/>
          <p:cNvSpPr txBox="1">
            <a:spLocks noGrp="1"/>
          </p:cNvSpPr>
          <p:nvPr>
            <p:ph type="title" idx="16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31" name="Google Shape;331;p24"/>
          <p:cNvSpPr txBox="1">
            <a:spLocks noGrp="1"/>
          </p:cNvSpPr>
          <p:nvPr>
            <p:ph type="title" idx="17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32" name="Google Shape;332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hart">
  <p:cSld name="BLANK_1_1_1_1_1_1_1_1_1_1_7_1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/>
          <p:nvPr/>
        </p:nvSpPr>
        <p:spPr>
          <a:xfrm rot="-1079220" flipH="1">
            <a:off x="-2010221" y="4250160"/>
            <a:ext cx="4477637" cy="804981"/>
          </a:xfrm>
          <a:prstGeom prst="chord">
            <a:avLst>
              <a:gd name="adj1" fmla="val 2752926"/>
              <a:gd name="adj2" fmla="val 1719354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5" name="Google Shape;335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36" name="Google Shape;336;p25"/>
            <p:cNvSpPr/>
            <p:nvPr/>
          </p:nvSpPr>
          <p:spPr>
            <a:xfrm>
              <a:off x="675320" y="-5692564"/>
              <a:ext cx="1010925" cy="7239975"/>
            </a:xfrm>
            <a:custGeom>
              <a:avLst/>
              <a:gdLst/>
              <a:ahLst/>
              <a:cxnLst/>
              <a:rect l="l" t="t" r="r" b="b"/>
              <a:pathLst>
                <a:path w="40437" h="289599" extrusionOk="0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37" name="Google Shape;337;p25"/>
            <p:cNvSpPr/>
            <p:nvPr/>
          </p:nvSpPr>
          <p:spPr>
            <a:xfrm>
              <a:off x="670045" y="1494661"/>
              <a:ext cx="1026300" cy="2014450"/>
            </a:xfrm>
            <a:custGeom>
              <a:avLst/>
              <a:gdLst/>
              <a:ahLst/>
              <a:cxnLst/>
              <a:rect l="l" t="t" r="r" b="b"/>
              <a:pathLst>
                <a:path w="41052" h="80578" extrusionOk="0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38" name="Google Shape;338;p25"/>
          <p:cNvSpPr txBox="1">
            <a:spLocks noGrp="1"/>
          </p:cNvSpPr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39" name="Google Shape;339;p25"/>
          <p:cNvSpPr txBox="1">
            <a:spLocks noGrp="1"/>
          </p:cNvSpPr>
          <p:nvPr>
            <p:ph type="title" idx="2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40" name="Google Shape;340;p25"/>
          <p:cNvSpPr txBox="1">
            <a:spLocks noGrp="1"/>
          </p:cNvSpPr>
          <p:nvPr>
            <p:ph type="title" idx="3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41" name="Google Shape;341;p25"/>
          <p:cNvSpPr txBox="1">
            <a:spLocks noGrp="1"/>
          </p:cNvSpPr>
          <p:nvPr>
            <p:ph type="title" idx="4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42" name="Google Shape;342;p25"/>
          <p:cNvSpPr txBox="1">
            <a:spLocks noGrp="1"/>
          </p:cNvSpPr>
          <p:nvPr>
            <p:ph type="title" idx="5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43" name="Google Shape;343;p25"/>
          <p:cNvSpPr txBox="1">
            <a:spLocks noGrp="1"/>
          </p:cNvSpPr>
          <p:nvPr>
            <p:ph type="title" idx="6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44" name="Google Shape;344;p25"/>
          <p:cNvSpPr txBox="1">
            <a:spLocks noGrp="1"/>
          </p:cNvSpPr>
          <p:nvPr>
            <p:ph type="title" idx="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45" name="Google Shape;345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BLANK_1_1_1_1_1_1_1_1_1_1_6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8" name="Google Shape;348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49" name="Google Shape;349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50" name="Google Shape;350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51" name="Google Shape;351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2" name="Google Shape;352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3" name="Google Shape;353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4" name="Google Shape;354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55" name="Google Shape;355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56" name="Google Shape;356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7" name="Google Shape;357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8" name="Google Shape;35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9" name="Google Shape;359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60" name="Google Shape;360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61" name="Google Shape;361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2" name="Google Shape;362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3" name="Google Shape;363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4" name="Google Shape;364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65" name="Google Shape;365;p26"/>
          <p:cNvSpPr/>
          <p:nvPr/>
        </p:nvSpPr>
        <p:spPr>
          <a:xfrm>
            <a:off x="5909401" y="-3350"/>
            <a:ext cx="3234589" cy="1736822"/>
          </a:xfrm>
          <a:custGeom>
            <a:avLst/>
            <a:gdLst/>
            <a:ahLst/>
            <a:cxnLst/>
            <a:rect l="l" t="t" r="r" b="b"/>
            <a:pathLst>
              <a:path w="263403" h="141435" extrusionOk="0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dist="19050" dir="5400000" algn="bl" rotWithShape="0">
              <a:schemeClr val="lt2">
                <a:alpha val="49000"/>
              </a:schemeClr>
            </a:outerShdw>
          </a:effectLst>
        </p:spPr>
      </p:sp>
      <p:sp>
        <p:nvSpPr>
          <p:cNvPr id="366" name="Google Shape;366;p26"/>
          <p:cNvSpPr/>
          <p:nvPr/>
        </p:nvSpPr>
        <p:spPr>
          <a:xfrm>
            <a:off x="8299949" y="73285"/>
            <a:ext cx="844041" cy="1631459"/>
          </a:xfrm>
          <a:custGeom>
            <a:avLst/>
            <a:gdLst/>
            <a:ahLst/>
            <a:cxnLst/>
            <a:rect l="l" t="t" r="r" b="b"/>
            <a:pathLst>
              <a:path w="68733" h="132855" extrusionOk="0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67" name="Google Shape;367;p26"/>
          <p:cNvSpPr txBox="1">
            <a:spLocks noGrp="1"/>
          </p:cNvSpPr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8" name="Google Shape;368;p26"/>
          <p:cNvSpPr txBox="1">
            <a:spLocks noGrp="1"/>
          </p:cNvSpPr>
          <p:nvPr>
            <p:ph type="subTitle" idx="1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69" name="Google Shape;369;p26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70" name="Google Shape;370;p26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71" name="Google Shape;371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3">
  <p:cSld name="BLANK_1_1_1_1_1_1_1_1_1_1_5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"/>
          <p:cNvSpPr/>
          <p:nvPr/>
        </p:nvSpPr>
        <p:spPr>
          <a:xfrm>
            <a:off x="1347300" y="4352975"/>
            <a:ext cx="6752827" cy="790544"/>
          </a:xfrm>
          <a:custGeom>
            <a:avLst/>
            <a:gdLst/>
            <a:ahLst/>
            <a:cxnLst/>
            <a:rect l="l" t="t" r="r" b="b"/>
            <a:pathLst>
              <a:path w="86243" h="14771" extrusionOk="0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7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75" name="Google Shape;375;p27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376" name="Google Shape;376;p27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77" name="Google Shape;37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1_1_1_1_1_1_4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name="adj1" fmla="val 21353619"/>
              <a:gd name="adj2" fmla="val 1421063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0" name="Google Shape;380;p28"/>
          <p:cNvSpPr txBox="1">
            <a:spLocks noGrp="1"/>
          </p:cNvSpPr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81" name="Google Shape;381;p28"/>
          <p:cNvSpPr txBox="1">
            <a:spLocks noGrp="1"/>
          </p:cNvSpPr>
          <p:nvPr>
            <p:ph type="title" idx="2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82" name="Google Shape;382;p28"/>
          <p:cNvSpPr txBox="1">
            <a:spLocks noGrp="1"/>
          </p:cNvSpPr>
          <p:nvPr>
            <p:ph type="title" idx="3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83" name="Google Shape;383;p28"/>
          <p:cNvSpPr txBox="1">
            <a:spLocks noGrp="1"/>
          </p:cNvSpPr>
          <p:nvPr>
            <p:ph type="title" idx="4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84" name="Google Shape;384;p28"/>
          <p:cNvSpPr txBox="1">
            <a:spLocks noGrp="1"/>
          </p:cNvSpPr>
          <p:nvPr>
            <p:ph type="title" idx="5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85" name="Google Shape;385;p28"/>
          <p:cNvSpPr txBox="1">
            <a:spLocks noGrp="1"/>
          </p:cNvSpPr>
          <p:nvPr>
            <p:ph type="title" idx="6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86" name="Google Shape;386;p28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87" name="Google Shape;387;p28"/>
          <p:cNvSpPr/>
          <p:nvPr/>
        </p:nvSpPr>
        <p:spPr>
          <a:xfrm rot="-6104187" flipH="1">
            <a:off x="4324040" y="2970795"/>
            <a:ext cx="1541221" cy="4732320"/>
          </a:xfrm>
          <a:prstGeom prst="chord">
            <a:avLst>
              <a:gd name="adj1" fmla="val 4994308"/>
              <a:gd name="adj2" fmla="val 1511404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8" name="Google Shape;388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name="adj1" fmla="val 5592353"/>
              <a:gd name="adj2" fmla="val 1502406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9" name="Google Shape;389;p28"/>
          <p:cNvSpPr txBox="1">
            <a:spLocks noGrp="1"/>
          </p:cNvSpPr>
          <p:nvPr>
            <p:ph type="body" idx="1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90" name="Google Shape;390;p28"/>
          <p:cNvSpPr txBox="1">
            <a:spLocks noGrp="1"/>
          </p:cNvSpPr>
          <p:nvPr>
            <p:ph type="body" idx="8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91" name="Google Shape;391;p28"/>
          <p:cNvSpPr txBox="1">
            <a:spLocks noGrp="1"/>
          </p:cNvSpPr>
          <p:nvPr>
            <p:ph type="body" idx="9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92" name="Google Shape;392;p28"/>
          <p:cNvSpPr txBox="1">
            <a:spLocks noGrp="1"/>
          </p:cNvSpPr>
          <p:nvPr>
            <p:ph type="body" idx="13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93" name="Google Shape;393;p28"/>
          <p:cNvSpPr txBox="1">
            <a:spLocks noGrp="1"/>
          </p:cNvSpPr>
          <p:nvPr>
            <p:ph type="body" idx="14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94" name="Google Shape;394;p28"/>
          <p:cNvSpPr txBox="1">
            <a:spLocks noGrp="1"/>
          </p:cNvSpPr>
          <p:nvPr>
            <p:ph type="body" idx="15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95" name="Google Shape;395;p28"/>
          <p:cNvSpPr txBox="1">
            <a:spLocks noGrp="1"/>
          </p:cNvSpPr>
          <p:nvPr>
            <p:ph type="body" idx="16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>
            <a:endParaRPr/>
          </a:p>
        </p:txBody>
      </p:sp>
      <p:sp>
        <p:nvSpPr>
          <p:cNvPr id="396" name="Google Shape;396;p28"/>
          <p:cNvSpPr txBox="1">
            <a:spLocks noGrp="1"/>
          </p:cNvSpPr>
          <p:nvPr>
            <p:ph type="body" idx="17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>
            <a:endParaRPr/>
          </a:p>
        </p:txBody>
      </p:sp>
      <p:sp>
        <p:nvSpPr>
          <p:cNvPr id="397" name="Google Shape;397;p28"/>
          <p:cNvSpPr txBox="1">
            <a:spLocks noGrp="1"/>
          </p:cNvSpPr>
          <p:nvPr>
            <p:ph type="body" idx="18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>
            <a:endParaRPr/>
          </a:p>
        </p:txBody>
      </p:sp>
      <p:sp>
        <p:nvSpPr>
          <p:cNvPr id="398" name="Google Shape;398;p28"/>
          <p:cNvSpPr txBox="1">
            <a:spLocks noGrp="1"/>
          </p:cNvSpPr>
          <p:nvPr>
            <p:ph type="title" idx="19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399" name="Google Shape;399;p28"/>
          <p:cNvSpPr txBox="1">
            <a:spLocks noGrp="1"/>
          </p:cNvSpPr>
          <p:nvPr>
            <p:ph type="title" idx="20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00" name="Google Shape;400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- Dark">
  <p:cSld name="BLANK_1_1_1_1_1_1_1_1_1_1_4_1">
    <p:bg>
      <p:bgPr>
        <a:solidFill>
          <a:schemeClr val="lt1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name="adj1" fmla="val 21353619"/>
              <a:gd name="adj2" fmla="val 14210633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3" name="Google Shape;403;p29"/>
          <p:cNvSpPr txBox="1">
            <a:spLocks noGrp="1"/>
          </p:cNvSpPr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4" name="Google Shape;404;p29"/>
          <p:cNvSpPr txBox="1">
            <a:spLocks noGrp="1"/>
          </p:cNvSpPr>
          <p:nvPr>
            <p:ph type="title" idx="2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5" name="Google Shape;405;p29"/>
          <p:cNvSpPr txBox="1">
            <a:spLocks noGrp="1"/>
          </p:cNvSpPr>
          <p:nvPr>
            <p:ph type="title" idx="3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6" name="Google Shape;406;p29"/>
          <p:cNvSpPr txBox="1">
            <a:spLocks noGrp="1"/>
          </p:cNvSpPr>
          <p:nvPr>
            <p:ph type="title" idx="4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407" name="Google Shape;407;p29"/>
          <p:cNvSpPr txBox="1">
            <a:spLocks noGrp="1"/>
          </p:cNvSpPr>
          <p:nvPr>
            <p:ph type="title" idx="5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8" name="Google Shape;408;p29"/>
          <p:cNvSpPr txBox="1">
            <a:spLocks noGrp="1"/>
          </p:cNvSpPr>
          <p:nvPr>
            <p:ph type="title" idx="6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9" name="Google Shape;409;p29"/>
          <p:cNvSpPr txBox="1">
            <a:spLocks noGrp="1"/>
          </p:cNvSpPr>
          <p:nvPr>
            <p:ph type="title" idx="7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10" name="Google Shape;410;p29"/>
          <p:cNvSpPr/>
          <p:nvPr/>
        </p:nvSpPr>
        <p:spPr>
          <a:xfrm rot="-6104187" flipH="1">
            <a:off x="4324040" y="2970795"/>
            <a:ext cx="1541221" cy="4732320"/>
          </a:xfrm>
          <a:prstGeom prst="chord">
            <a:avLst>
              <a:gd name="adj1" fmla="val 4994308"/>
              <a:gd name="adj2" fmla="val 15114049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1" name="Google Shape;411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name="adj1" fmla="val 5592353"/>
              <a:gd name="adj2" fmla="val 15024063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2" name="Google Shape;412;p29"/>
          <p:cNvSpPr txBox="1">
            <a:spLocks noGrp="1"/>
          </p:cNvSpPr>
          <p:nvPr>
            <p:ph type="title" idx="8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13" name="Google Shape;413;p29"/>
          <p:cNvSpPr txBox="1">
            <a:spLocks noGrp="1"/>
          </p:cNvSpPr>
          <p:nvPr>
            <p:ph type="body" idx="1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4" name="Google Shape;414;p29"/>
          <p:cNvSpPr txBox="1">
            <a:spLocks noGrp="1"/>
          </p:cNvSpPr>
          <p:nvPr>
            <p:ph type="body" idx="9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5" name="Google Shape;415;p29"/>
          <p:cNvSpPr txBox="1">
            <a:spLocks noGrp="1"/>
          </p:cNvSpPr>
          <p:nvPr>
            <p:ph type="body" idx="13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6" name="Google Shape;416;p29"/>
          <p:cNvSpPr txBox="1">
            <a:spLocks noGrp="1"/>
          </p:cNvSpPr>
          <p:nvPr>
            <p:ph type="body" idx="14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7" name="Google Shape;417;p29"/>
          <p:cNvSpPr txBox="1">
            <a:spLocks noGrp="1"/>
          </p:cNvSpPr>
          <p:nvPr>
            <p:ph type="body" idx="15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8" name="Google Shape;418;p29"/>
          <p:cNvSpPr txBox="1">
            <a:spLocks noGrp="1"/>
          </p:cNvSpPr>
          <p:nvPr>
            <p:ph type="body" idx="16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9" name="Google Shape;419;p29"/>
          <p:cNvSpPr txBox="1">
            <a:spLocks noGrp="1"/>
          </p:cNvSpPr>
          <p:nvPr>
            <p:ph type="body" idx="17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0" name="Google Shape;420;p29"/>
          <p:cNvSpPr txBox="1">
            <a:spLocks noGrp="1"/>
          </p:cNvSpPr>
          <p:nvPr>
            <p:ph type="body" idx="18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1" name="Google Shape;421;p29"/>
          <p:cNvSpPr txBox="1">
            <a:spLocks noGrp="1"/>
          </p:cNvSpPr>
          <p:nvPr>
            <p:ph type="body" idx="19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2" name="Google Shape;422;p29"/>
          <p:cNvSpPr txBox="1">
            <a:spLocks noGrp="1"/>
          </p:cNvSpPr>
          <p:nvPr>
            <p:ph type="title" idx="20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23" name="Google Shape;423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two bodies">
  <p:cSld name="BLANK_1_1_1_1_1_1_1_1_1_1_3_2">
    <p:bg>
      <p:bgPr>
        <a:solidFill>
          <a:schemeClr val="lt1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rot="-5400000" flipH="1">
            <a:off x="1263236" y="2706539"/>
            <a:ext cx="1173845" cy="3700317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28605" y="3621311"/>
            <a:ext cx="3534079" cy="1522191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28" name="Google Shape;428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29" name="Google Shape;429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0" name="Google Shape;430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1" name="Google Shape;431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2" name="Google Shape;432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3" name="Google Shape;433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4" name="Google Shape;434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35" name="Google Shape;435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36" name="Google Shape;436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1" name="Google Shape;441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45" name="Google Shape;445;p30"/>
          <p:cNvSpPr txBox="1">
            <a:spLocks noGrp="1"/>
          </p:cNvSpPr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46" name="Google Shape;446;p30"/>
          <p:cNvSpPr txBox="1">
            <a:spLocks noGrp="1"/>
          </p:cNvSpPr>
          <p:nvPr>
            <p:ph type="title" idx="2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47" name="Google Shape;447;p30"/>
          <p:cNvSpPr>
            <a:spLocks noGrp="1"/>
          </p:cNvSpPr>
          <p:nvPr>
            <p:ph type="pic" idx="3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30"/>
          <p:cNvSpPr>
            <a:spLocks noGrp="1"/>
          </p:cNvSpPr>
          <p:nvPr>
            <p:ph type="pic" idx="4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30"/>
          <p:cNvSpPr>
            <a:spLocks noGrp="1"/>
          </p:cNvSpPr>
          <p:nvPr>
            <p:ph type="pic" idx="5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30"/>
          <p:cNvSpPr txBox="1">
            <a:spLocks noGrp="1"/>
          </p:cNvSpPr>
          <p:nvPr>
            <p:ph type="title" idx="6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title" idx="7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title" idx="8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title" idx="9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title" idx="13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title" idx="14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title" idx="15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title" idx="16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 txBox="1">
            <a:spLocks noGrp="1"/>
          </p:cNvSpPr>
          <p:nvPr>
            <p:ph type="title" idx="1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59" name="Google Shape;459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Project Roadmap">
  <p:cSld name="BLANK_1_1_1_1_1_1_1_1_1_1_3_1">
    <p:bg>
      <p:bgPr>
        <a:solidFill>
          <a:schemeClr val="lt1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"/>
          <p:cNvSpPr txBox="1">
            <a:spLocks noGrp="1"/>
          </p:cNvSpPr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62" name="Google Shape;462;p31"/>
          <p:cNvSpPr txBox="1">
            <a:spLocks noGrp="1"/>
          </p:cNvSpPr>
          <p:nvPr>
            <p:ph type="title" idx="2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63" name="Google Shape;463;p31"/>
          <p:cNvSpPr txBox="1">
            <a:spLocks noGrp="1"/>
          </p:cNvSpPr>
          <p:nvPr>
            <p:ph type="title" idx="3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64" name="Google Shape;464;p31"/>
          <p:cNvSpPr txBox="1">
            <a:spLocks noGrp="1"/>
          </p:cNvSpPr>
          <p:nvPr>
            <p:ph type="title" idx="4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65" name="Google Shape;465;p31"/>
          <p:cNvSpPr txBox="1">
            <a:spLocks noGrp="1"/>
          </p:cNvSpPr>
          <p:nvPr>
            <p:ph type="title" idx="5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66" name="Google Shape;466;p31"/>
          <p:cNvSpPr txBox="1">
            <a:spLocks noGrp="1"/>
          </p:cNvSpPr>
          <p:nvPr>
            <p:ph type="title" idx="6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67" name="Google Shape;467;p31"/>
          <p:cNvSpPr txBox="1">
            <a:spLocks noGrp="1"/>
          </p:cNvSpPr>
          <p:nvPr>
            <p:ph type="title" idx="7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8" name="Google Shape;468;p31"/>
          <p:cNvSpPr txBox="1">
            <a:spLocks noGrp="1"/>
          </p:cNvSpPr>
          <p:nvPr>
            <p:ph type="title" idx="8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9" name="Google Shape;469;p31"/>
          <p:cNvSpPr txBox="1">
            <a:spLocks noGrp="1"/>
          </p:cNvSpPr>
          <p:nvPr>
            <p:ph type="title" idx="9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70" name="Google Shape;470;p31"/>
          <p:cNvSpPr txBox="1">
            <a:spLocks noGrp="1"/>
          </p:cNvSpPr>
          <p:nvPr>
            <p:ph type="title" idx="13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71" name="Google Shape;471;p31"/>
          <p:cNvSpPr txBox="1">
            <a:spLocks noGrp="1"/>
          </p:cNvSpPr>
          <p:nvPr>
            <p:ph type="title" idx="14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72" name="Google Shape;472;p31"/>
          <p:cNvSpPr txBox="1">
            <a:spLocks noGrp="1"/>
          </p:cNvSpPr>
          <p:nvPr>
            <p:ph type="title" idx="15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73" name="Google Shape;473;p31"/>
          <p:cNvSpPr txBox="1">
            <a:spLocks noGrp="1"/>
          </p:cNvSpPr>
          <p:nvPr>
            <p:ph type="title" idx="16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title" idx="17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title" idx="18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title" idx="19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title" idx="20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title" idx="21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BLANK_1_1_1_1_1_1_1_1_1_1_2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"/>
          <p:cNvSpPr/>
          <p:nvPr/>
        </p:nvSpPr>
        <p:spPr>
          <a:xfrm>
            <a:off x="8210550" y="-7150"/>
            <a:ext cx="945375" cy="1453000"/>
          </a:xfrm>
          <a:custGeom>
            <a:avLst/>
            <a:gdLst/>
            <a:ahLst/>
            <a:cxnLst/>
            <a:rect l="l" t="t" r="r" b="b"/>
            <a:pathLst>
              <a:path w="37815" h="58120" extrusionOk="0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82" name="Google Shape;482;p32"/>
          <p:cNvSpPr/>
          <p:nvPr/>
        </p:nvSpPr>
        <p:spPr>
          <a:xfrm>
            <a:off x="4614025" y="-6850"/>
            <a:ext cx="3659250" cy="1404775"/>
          </a:xfrm>
          <a:custGeom>
            <a:avLst/>
            <a:gdLst/>
            <a:ahLst/>
            <a:cxnLst/>
            <a:rect l="l" t="t" r="r" b="b"/>
            <a:pathLst>
              <a:path w="146370" h="56191" extrusionOk="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83" name="Google Shape;483;p32"/>
          <p:cNvSpPr txBox="1">
            <a:spLocks noGrp="1"/>
          </p:cNvSpPr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484" name="Google Shape;484;p32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85" name="Google Shape;485;p32"/>
          <p:cNvSpPr txBox="1">
            <a:spLocks noGrp="1"/>
          </p:cNvSpPr>
          <p:nvPr>
            <p:ph type="title" idx="3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86" name="Google Shape;486;p32"/>
          <p:cNvSpPr txBox="1">
            <a:spLocks noGrp="1"/>
          </p:cNvSpPr>
          <p:nvPr>
            <p:ph type="title" idx="4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87" name="Google Shape;487;p32"/>
          <p:cNvSpPr txBox="1">
            <a:spLocks noGrp="1"/>
          </p:cNvSpPr>
          <p:nvPr>
            <p:ph type="title" idx="5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88" name="Google Shape;488;p32"/>
          <p:cNvSpPr txBox="1">
            <a:spLocks noGrp="1"/>
          </p:cNvSpPr>
          <p:nvPr>
            <p:ph type="title" idx="6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89" name="Google Shape;489;p32"/>
          <p:cNvSpPr txBox="1">
            <a:spLocks noGrp="1"/>
          </p:cNvSpPr>
          <p:nvPr>
            <p:ph type="title" idx="7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90" name="Google Shape;490;p32"/>
          <p:cNvSpPr txBox="1">
            <a:spLocks noGrp="1"/>
          </p:cNvSpPr>
          <p:nvPr>
            <p:ph type="body" idx="1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91" name="Google Shape;491;p32"/>
          <p:cNvSpPr txBox="1">
            <a:spLocks noGrp="1"/>
          </p:cNvSpPr>
          <p:nvPr>
            <p:ph type="body" idx="8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92" name="Google Shape;492;p32"/>
          <p:cNvSpPr txBox="1">
            <a:spLocks noGrp="1"/>
          </p:cNvSpPr>
          <p:nvPr>
            <p:ph type="body" idx="9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93" name="Google Shape;493;p32"/>
          <p:cNvSpPr txBox="1">
            <a:spLocks noGrp="1"/>
          </p:cNvSpPr>
          <p:nvPr>
            <p:ph type="body" idx="13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494" name="Google Shape;494;p32"/>
          <p:cNvSpPr txBox="1">
            <a:spLocks noGrp="1"/>
          </p:cNvSpPr>
          <p:nvPr>
            <p:ph type="body" idx="14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95" name="Google Shape;495;p32"/>
          <p:cNvSpPr txBox="1">
            <a:spLocks noGrp="1"/>
          </p:cNvSpPr>
          <p:nvPr>
            <p:ph type="title" idx="1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96" name="Google Shape;496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4">
  <p:cSld name="BLANK_1_1_1_1_1_1_1_1_1_1_2_1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99" name="Google Shape;49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0" name="Google Shape;50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1" name="Google Shape;50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2" name="Google Shape;50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3" name="Google Shape;50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4" name="Google Shape;50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05" name="Google Shape;50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06" name="Google Shape;50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1" name="Google Shape;51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15" name="Google Shape;515;p33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16" name="Google Shape;516;p33"/>
          <p:cNvSpPr/>
          <p:nvPr/>
        </p:nvSpPr>
        <p:spPr>
          <a:xfrm>
            <a:off x="5023375" y="3994875"/>
            <a:ext cx="3941541" cy="1148616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7" name="Google Shape;517;p33"/>
          <p:cNvSpPr/>
          <p:nvPr/>
        </p:nvSpPr>
        <p:spPr>
          <a:xfrm rot="5400000">
            <a:off x="6364434" y="2363929"/>
            <a:ext cx="912991" cy="4646142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8" name="Google Shape;518;p33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519" name="Google Shape;519;p33"/>
          <p:cNvSpPr/>
          <p:nvPr/>
        </p:nvSpPr>
        <p:spPr>
          <a:xfrm>
            <a:off x="1643225" y="-725"/>
            <a:ext cx="5761425" cy="711800"/>
          </a:xfrm>
          <a:custGeom>
            <a:avLst/>
            <a:gdLst/>
            <a:ahLst/>
            <a:cxnLst/>
            <a:rect l="l" t="t" r="r" b="b"/>
            <a:pathLst>
              <a:path w="230457" h="28472" extrusionOk="0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0" name="Google Shape;520;p33"/>
          <p:cNvSpPr/>
          <p:nvPr/>
        </p:nvSpPr>
        <p:spPr>
          <a:xfrm>
            <a:off x="7140700" y="-1350"/>
            <a:ext cx="2003375" cy="714225"/>
          </a:xfrm>
          <a:custGeom>
            <a:avLst/>
            <a:gdLst/>
            <a:ahLst/>
            <a:cxnLst/>
            <a:rect l="l" t="t" r="r" b="b"/>
            <a:pathLst>
              <a:path w="80135" h="28569" extrusionOk="0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dist="28575" dir="5400000" algn="bl" rotWithShape="0">
              <a:schemeClr val="accent4">
                <a:alpha val="24000"/>
              </a:schemeClr>
            </a:outerShdw>
          </a:effectLst>
        </p:spPr>
      </p:sp>
      <p:sp>
        <p:nvSpPr>
          <p:cNvPr id="521" name="Google Shape;521;p33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522" name="Google Shape;522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s">
  <p:cSld name="BLANK_1_1_1_1_1_1_1_1_1_1_2_1_1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25" name="Google Shape;525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26" name="Google Shape;526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7" name="Google Shape;527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8" name="Google Shape;528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0" name="Google Shape;530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31" name="Google Shape;531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4" name="Google Shape;534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5" name="Google Shape;535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36" name="Google Shape;536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37" name="Google Shape;537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8" name="Google Shape;538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9" name="Google Shape;539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40" name="Google Shape;540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41" name="Google Shape;541;p34"/>
          <p:cNvSpPr/>
          <p:nvPr/>
        </p:nvSpPr>
        <p:spPr>
          <a:xfrm>
            <a:off x="5023375" y="3994875"/>
            <a:ext cx="3941541" cy="1148616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2" name="Google Shape;542;p34"/>
          <p:cNvSpPr/>
          <p:nvPr/>
        </p:nvSpPr>
        <p:spPr>
          <a:xfrm rot="5400000">
            <a:off x="6364434" y="2363929"/>
            <a:ext cx="912991" cy="4646142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3" name="Google Shape;543;p34"/>
          <p:cNvSpPr/>
          <p:nvPr/>
        </p:nvSpPr>
        <p:spPr>
          <a:xfrm>
            <a:off x="1643225" y="-725"/>
            <a:ext cx="5761425" cy="711800"/>
          </a:xfrm>
          <a:custGeom>
            <a:avLst/>
            <a:gdLst/>
            <a:ahLst/>
            <a:cxnLst/>
            <a:rect l="l" t="t" r="r" b="b"/>
            <a:pathLst>
              <a:path w="230457" h="28472" extrusionOk="0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44" name="Google Shape;544;p34"/>
          <p:cNvSpPr/>
          <p:nvPr/>
        </p:nvSpPr>
        <p:spPr>
          <a:xfrm>
            <a:off x="7140700" y="-1350"/>
            <a:ext cx="2003375" cy="714225"/>
          </a:xfrm>
          <a:custGeom>
            <a:avLst/>
            <a:gdLst/>
            <a:ahLst/>
            <a:cxnLst/>
            <a:rect l="l" t="t" r="r" b="b"/>
            <a:pathLst>
              <a:path w="80135" h="28569" extrusionOk="0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dist="28575" dir="5400000" algn="bl" rotWithShape="0">
              <a:schemeClr val="accent4">
                <a:alpha val="24000"/>
              </a:schemeClr>
            </a:outerShdw>
          </a:effectLst>
        </p:spPr>
      </p:sp>
      <p:cxnSp>
        <p:nvCxnSpPr>
          <p:cNvPr id="545" name="Google Shape;545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6" name="Google Shape;546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8" name="Google Shape;548;p34"/>
          <p:cNvSpPr txBox="1">
            <a:spLocks noGrp="1"/>
          </p:cNvSpPr>
          <p:nvPr>
            <p:ph type="body" idx="1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49" name="Google Shape;549;p34"/>
          <p:cNvSpPr txBox="1">
            <a:spLocks noGrp="1"/>
          </p:cNvSpPr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50" name="Google Shape;550;p34"/>
          <p:cNvSpPr txBox="1">
            <a:spLocks noGrp="1"/>
          </p:cNvSpPr>
          <p:nvPr>
            <p:ph type="body" idx="2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51" name="Google Shape;551;p34"/>
          <p:cNvSpPr txBox="1">
            <a:spLocks noGrp="1"/>
          </p:cNvSpPr>
          <p:nvPr>
            <p:ph type="title" idx="3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52" name="Google Shape;552;p34"/>
          <p:cNvSpPr txBox="1">
            <a:spLocks noGrp="1"/>
          </p:cNvSpPr>
          <p:nvPr>
            <p:ph type="title" idx="4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53" name="Google Shape;553;p34"/>
          <p:cNvSpPr txBox="1">
            <a:spLocks noGrp="1"/>
          </p:cNvSpPr>
          <p:nvPr>
            <p:ph type="body" idx="5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54" name="Google Shape;554;p34"/>
          <p:cNvSpPr txBox="1">
            <a:spLocks noGrp="1"/>
          </p:cNvSpPr>
          <p:nvPr>
            <p:ph type="title" idx="6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55" name="Google Shape;555;p34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56" name="Google Shape;556;p34"/>
          <p:cNvSpPr txBox="1">
            <a:spLocks noGrp="1"/>
          </p:cNvSpPr>
          <p:nvPr>
            <p:ph type="title" idx="8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57" name="Google Shape;557;p34"/>
          <p:cNvSpPr txBox="1">
            <a:spLocks noGrp="1"/>
          </p:cNvSpPr>
          <p:nvPr>
            <p:ph type="title" idx="9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58" name="Google Shape;558;p34"/>
          <p:cNvSpPr txBox="1">
            <a:spLocks noGrp="1"/>
          </p:cNvSpPr>
          <p:nvPr>
            <p:ph type="title" idx="13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559" name="Google Shape;559;p34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560" name="Google Shape;560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oogle Shape;562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63" name="Google Shape;563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64" name="Google Shape;564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65" name="Google Shape;565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6" name="Google Shape;566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7" name="Google Shape;567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8" name="Google Shape;568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9" name="Google Shape;569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0" name="Google Shape;570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1" name="Google Shape;57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4" name="Google Shape;57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5" name="Google Shape;57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6" name="Google Shape;576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0" name="Google Shape;58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1" name="Google Shape;58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2" name="Google Shape;582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3" name="Google Shape;583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6" name="Google Shape;586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87" name="Google Shape;587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88" name="Google Shape;588;p35"/>
          <p:cNvGrpSpPr/>
          <p:nvPr/>
        </p:nvGrpSpPr>
        <p:grpSpPr>
          <a:xfrm rot="5400000" flipH="1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89" name="Google Shape;589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90" name="Google Shape;590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91" name="Google Shape;59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2" name="Google Shape;59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3" name="Google Shape;59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4" name="Google Shape;59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5" name="Google Shape;59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6" name="Google Shape;596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97" name="Google Shape;59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8" name="Google Shape;59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9" name="Google Shape;59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0" name="Google Shape;60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1" name="Google Shape;60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02" name="Google Shape;602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3" name="Google Shape;603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4" name="Google Shape;604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5" name="Google Shape;605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6" name="Google Shape;606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7" name="Google Shape;607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08" name="Google Shape;608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9" name="Google Shape;60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0" name="Google Shape;61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1" name="Google Shape;61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2" name="Google Shape;61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3" name="Google Shape;61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14" name="Google Shape;614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15" name="Google Shape;615;p35"/>
          <p:cNvSpPr/>
          <p:nvPr/>
        </p:nvSpPr>
        <p:spPr>
          <a:xfrm>
            <a:off x="6255775" y="3774250"/>
            <a:ext cx="2888225" cy="1369250"/>
          </a:xfrm>
          <a:custGeom>
            <a:avLst/>
            <a:gdLst/>
            <a:ahLst/>
            <a:cxnLst/>
            <a:rect l="l" t="t" r="r" b="b"/>
            <a:pathLst>
              <a:path w="115529" h="54770" extrusionOk="0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6" name="Google Shape;616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name="adj1" fmla="val 5820070"/>
              <a:gd name="adj2" fmla="val 1578453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7" name="Google Shape;617;p35"/>
          <p:cNvSpPr txBox="1">
            <a:spLocks noGrp="1"/>
          </p:cNvSpPr>
          <p:nvPr>
            <p:ph type="subTitle" idx="1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18" name="Google Shape;618;p35"/>
          <p:cNvSpPr txBox="1">
            <a:spLocks noGrp="1"/>
          </p:cNvSpPr>
          <p:nvPr>
            <p:ph type="subTitle" idx="2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19" name="Google Shape;619;p35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20" name="Google Shape;620;p35"/>
          <p:cNvSpPr txBox="1">
            <a:spLocks noGrp="1"/>
          </p:cNvSpPr>
          <p:nvPr>
            <p:ph type="title" idx="3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621" name="Google Shape;621;p35"/>
          <p:cNvSpPr txBox="1">
            <a:spLocks noGrp="1"/>
          </p:cNvSpPr>
          <p:nvPr>
            <p:ph type="subTitle" idx="4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22" name="Google Shape;622;p35"/>
          <p:cNvSpPr txBox="1">
            <a:spLocks noGrp="1"/>
          </p:cNvSpPr>
          <p:nvPr>
            <p:ph type="subTitle" idx="5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3" name="Google Shape;623;p35"/>
          <p:cNvSpPr txBox="1">
            <a:spLocks noGrp="1"/>
          </p:cNvSpPr>
          <p:nvPr>
            <p:ph type="subTitle" idx="6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24" name="Google Shape;624;p35"/>
          <p:cNvSpPr txBox="1">
            <a:spLocks noGrp="1"/>
          </p:cNvSpPr>
          <p:nvPr>
            <p:ph type="subTitle" idx="7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5" name="Google Shape;625;p35"/>
          <p:cNvSpPr txBox="1">
            <a:spLocks noGrp="1"/>
          </p:cNvSpPr>
          <p:nvPr>
            <p:ph type="subTitle" idx="8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26" name="Google Shape;626;p35"/>
          <p:cNvSpPr txBox="1">
            <a:spLocks noGrp="1"/>
          </p:cNvSpPr>
          <p:nvPr>
            <p:ph type="subTitle" idx="9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7" name="Google Shape;627;p35"/>
          <p:cNvSpPr txBox="1">
            <a:spLocks noGrp="1"/>
          </p:cNvSpPr>
          <p:nvPr>
            <p:ph type="subTitle" idx="13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28" name="Google Shape;628;p35"/>
          <p:cNvSpPr txBox="1">
            <a:spLocks noGrp="1"/>
          </p:cNvSpPr>
          <p:nvPr>
            <p:ph type="subTitle" idx="14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9" name="Google Shape;629;p35"/>
          <p:cNvSpPr txBox="1">
            <a:spLocks noGrp="1"/>
          </p:cNvSpPr>
          <p:nvPr>
            <p:ph type="subTitle" idx="15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30" name="Google Shape;630;p35"/>
          <p:cNvSpPr txBox="1">
            <a:spLocks noGrp="1"/>
          </p:cNvSpPr>
          <p:nvPr>
            <p:ph type="subTitle" idx="16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31" name="Google Shape;631;p35"/>
          <p:cNvSpPr txBox="1">
            <a:spLocks noGrp="1"/>
          </p:cNvSpPr>
          <p:nvPr>
            <p:ph type="title" idx="1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632" name="Google Shape;632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ence Persona Infographic">
  <p:cSld name="BLANK_1_1_1_1_1_1_1_1_1_1_1_1_3">
    <p:bg>
      <p:bgPr>
        <a:solidFill>
          <a:schemeClr val="lt1"/>
        </a:solidFill>
        <a:effectLst/>
      </p:bgPr>
    </p:bg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5" name="Google Shape;635;p36"/>
          <p:cNvSpPr>
            <a:spLocks noGrp="1"/>
          </p:cNvSpPr>
          <p:nvPr>
            <p:ph type="pic" idx="2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36" name="Google Shape;636;p36"/>
          <p:cNvSpPr txBox="1">
            <a:spLocks noGrp="1"/>
          </p:cNvSpPr>
          <p:nvPr>
            <p:ph type="subTitle" idx="1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7" name="Google Shape;637;p36"/>
          <p:cNvSpPr txBox="1">
            <a:spLocks noGrp="1"/>
          </p:cNvSpPr>
          <p:nvPr>
            <p:ph type="subTitle" idx="3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8" name="Google Shape;638;p36"/>
          <p:cNvSpPr txBox="1">
            <a:spLocks noGrp="1"/>
          </p:cNvSpPr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9" name="Google Shape;639;p36"/>
          <p:cNvSpPr txBox="1">
            <a:spLocks noGrp="1"/>
          </p:cNvSpPr>
          <p:nvPr>
            <p:ph type="title" idx="4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0" name="Google Shape;640;p36"/>
          <p:cNvSpPr txBox="1">
            <a:spLocks noGrp="1"/>
          </p:cNvSpPr>
          <p:nvPr>
            <p:ph type="title" idx="5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1" name="Google Shape;641;p36"/>
          <p:cNvSpPr txBox="1">
            <a:spLocks noGrp="1"/>
          </p:cNvSpPr>
          <p:nvPr>
            <p:ph type="title" idx="6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42" name="Google Shape;642;p36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43" name="Google Shape;643;p36"/>
          <p:cNvSpPr txBox="1">
            <a:spLocks noGrp="1"/>
          </p:cNvSpPr>
          <p:nvPr>
            <p:ph type="title" idx="8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4" name="Google Shape;644;p36"/>
          <p:cNvSpPr txBox="1">
            <a:spLocks noGrp="1"/>
          </p:cNvSpPr>
          <p:nvPr>
            <p:ph type="title" idx="9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spcFirstLastPara="1" wrap="square" lIns="91425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5" name="Google Shape;645;p36"/>
          <p:cNvSpPr txBox="1">
            <a:spLocks noGrp="1"/>
          </p:cNvSpPr>
          <p:nvPr>
            <p:ph type="subTitle" idx="13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46" name="Google Shape;646;p36"/>
          <p:cNvSpPr txBox="1">
            <a:spLocks noGrp="1"/>
          </p:cNvSpPr>
          <p:nvPr>
            <p:ph type="subTitle" idx="14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47" name="Google Shape;647;p36"/>
          <p:cNvSpPr txBox="1">
            <a:spLocks noGrp="1"/>
          </p:cNvSpPr>
          <p:nvPr>
            <p:ph type="subTitle" idx="15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48" name="Google Shape;648;p36"/>
          <p:cNvSpPr txBox="1">
            <a:spLocks noGrp="1"/>
          </p:cNvSpPr>
          <p:nvPr>
            <p:ph type="subTitle" idx="16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49" name="Google Shape;649;p36"/>
          <p:cNvSpPr txBox="1">
            <a:spLocks noGrp="1"/>
          </p:cNvSpPr>
          <p:nvPr>
            <p:ph type="subTitle" idx="17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50" name="Google Shape;650;p36"/>
          <p:cNvSpPr txBox="1">
            <a:spLocks noGrp="1"/>
          </p:cNvSpPr>
          <p:nvPr>
            <p:ph type="subTitle" idx="18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51" name="Google Shape;651;p36"/>
          <p:cNvSpPr txBox="1">
            <a:spLocks noGrp="1"/>
          </p:cNvSpPr>
          <p:nvPr>
            <p:ph type="title" idx="19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652" name="Google Shape;652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">
  <p:cSld name="BLANK_1_1_1_1_1_1_1_1_1_1_1_1_2"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7"/>
          <p:cNvSpPr/>
          <p:nvPr/>
        </p:nvSpPr>
        <p:spPr>
          <a:xfrm rot="-8100000" flipH="1">
            <a:off x="4692650" y="965198"/>
            <a:ext cx="4843399" cy="2480248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55" name="Google Shape;655;p37"/>
          <p:cNvSpPr/>
          <p:nvPr/>
        </p:nvSpPr>
        <p:spPr>
          <a:xfrm rot="10800000" flipH="1">
            <a:off x="4676692" y="3337812"/>
            <a:ext cx="4467295" cy="1685226"/>
          </a:xfrm>
          <a:custGeom>
            <a:avLst/>
            <a:gdLst/>
            <a:ahLst/>
            <a:cxnLst/>
            <a:rect l="l" t="t" r="r" b="b"/>
            <a:pathLst>
              <a:path w="119855" h="51371" extrusionOk="0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56" name="Google Shape;656;p37"/>
          <p:cNvSpPr>
            <a:spLocks noGrp="1"/>
          </p:cNvSpPr>
          <p:nvPr>
            <p:ph type="pic" idx="2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37"/>
          <p:cNvSpPr txBox="1">
            <a:spLocks noGrp="1"/>
          </p:cNvSpPr>
          <p:nvPr>
            <p:ph type="body" idx="1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658" name="Google Shape;658;p37"/>
          <p:cNvSpPr txBox="1">
            <a:spLocks noGrp="1"/>
          </p:cNvSpPr>
          <p:nvPr>
            <p:ph type="body" idx="3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659" name="Google Shape;659;p37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60" name="Google Shape;660;p37"/>
          <p:cNvSpPr txBox="1">
            <a:spLocks noGrp="1"/>
          </p:cNvSpPr>
          <p:nvPr>
            <p:ph type="title" idx="4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661" name="Google Shape;661;p37"/>
          <p:cNvSpPr txBox="1">
            <a:spLocks noGrp="1"/>
          </p:cNvSpPr>
          <p:nvPr>
            <p:ph type="title" idx="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662" name="Google Shape;662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Alt 2">
  <p:cSld name="BLANK_1_1_1_1_1_1_1_1_1_1_1_1_1_1">
    <p:bg>
      <p:bgPr>
        <a:solidFill>
          <a:schemeClr val="lt1"/>
        </a:solidFill>
        <a:effectLst/>
      </p:bgPr>
    </p:bg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4" name="Google Shape;664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65" name="Google Shape;665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66" name="Google Shape;666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67" name="Google Shape;667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69" name="Google Shape;669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70" name="Google Shape;670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71" name="Google Shape;671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72" name="Google Shape;672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73" name="Google Shape;673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74" name="Google Shape;674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75" name="Google Shape;675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76" name="Google Shape;676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77" name="Google Shape;677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78" name="Google Shape;678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79" name="Google Shape;679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80" name="Google Shape;680;p38"/>
          <p:cNvSpPr/>
          <p:nvPr/>
        </p:nvSpPr>
        <p:spPr>
          <a:xfrm>
            <a:off x="7394250" y="-8100"/>
            <a:ext cx="1759750" cy="2691775"/>
          </a:xfrm>
          <a:custGeom>
            <a:avLst/>
            <a:gdLst/>
            <a:ahLst/>
            <a:cxnLst/>
            <a:rect l="l" t="t" r="r" b="b"/>
            <a:pathLst>
              <a:path w="70390" h="107671" extrusionOk="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81" name="Google Shape;681;p38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82" name="Google Shape;682;p38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83" name="Google Shape;683;p38"/>
          <p:cNvSpPr txBox="1">
            <a:spLocks noGrp="1"/>
          </p:cNvSpPr>
          <p:nvPr>
            <p:ph type="title" idx="3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84" name="Google Shape;684;p38"/>
          <p:cNvSpPr txBox="1">
            <a:spLocks noGrp="1"/>
          </p:cNvSpPr>
          <p:nvPr>
            <p:ph type="title" idx="4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85" name="Google Shape;685;p38"/>
          <p:cNvSpPr txBox="1">
            <a:spLocks noGrp="1"/>
          </p:cNvSpPr>
          <p:nvPr>
            <p:ph type="title" idx="5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86" name="Google Shape;686;p38"/>
          <p:cNvSpPr txBox="1">
            <a:spLocks noGrp="1"/>
          </p:cNvSpPr>
          <p:nvPr>
            <p:ph type="body" idx="1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87" name="Google Shape;687;p38"/>
          <p:cNvSpPr txBox="1">
            <a:spLocks noGrp="1"/>
          </p:cNvSpPr>
          <p:nvPr>
            <p:ph type="body" idx="6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88" name="Google Shape;688;p38"/>
          <p:cNvSpPr txBox="1">
            <a:spLocks noGrp="1"/>
          </p:cNvSpPr>
          <p:nvPr>
            <p:ph type="body" idx="7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89" name="Google Shape;689;p38"/>
          <p:cNvSpPr txBox="1">
            <a:spLocks noGrp="1"/>
          </p:cNvSpPr>
          <p:nvPr>
            <p:ph type="body" idx="8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90" name="Google Shape;690;p38"/>
          <p:cNvSpPr txBox="1">
            <a:spLocks noGrp="1"/>
          </p:cNvSpPr>
          <p:nvPr>
            <p:ph type="body" idx="9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91" name="Google Shape;691;p38"/>
          <p:cNvSpPr txBox="1">
            <a:spLocks noGrp="1"/>
          </p:cNvSpPr>
          <p:nvPr>
            <p:ph type="body" idx="13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92" name="Google Shape;692;p38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693" name="Google Shape;693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lvl="2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lvl="3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lvl="4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lvl="5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lvl="6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lvl="7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lvl="8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Alt 1">
  <p:cSld name="BLANK_1_1_1_1_1_1_1_1_1_1_1_1_1_1_1">
    <p:bg>
      <p:bgPr>
        <a:solidFill>
          <a:schemeClr val="lt1"/>
        </a:solidFill>
        <a:effectLst/>
      </p:bgPr>
    </p:bg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5" name="Google Shape;695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96" name="Google Shape;696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7" name="Google Shape;697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98" name="Google Shape;698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99" name="Google Shape;699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700" name="Google Shape;700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2" name="Google Shape;702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4" name="Google Shape;704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5" name="Google Shape;70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6" name="Google Shape;70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7" name="Google Shape;707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8" name="Google Shape;708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9" name="Google Shape;709;p39"/>
          <p:cNvSpPr txBox="1">
            <a:spLocks noGrp="1"/>
          </p:cNvSpPr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0" name="Google Shape;710;p39"/>
          <p:cNvSpPr txBox="1">
            <a:spLocks noGrp="1"/>
          </p:cNvSpPr>
          <p:nvPr>
            <p:ph type="subTitle" idx="1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11" name="Google Shape;711;p39"/>
          <p:cNvSpPr txBox="1">
            <a:spLocks noGrp="1"/>
          </p:cNvSpPr>
          <p:nvPr>
            <p:ph type="subTitle" idx="2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12" name="Google Shape;712;p39"/>
          <p:cNvSpPr txBox="1">
            <a:spLocks noGrp="1"/>
          </p:cNvSpPr>
          <p:nvPr>
            <p:ph type="subTitle" idx="3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13" name="Google Shape;713;p39"/>
          <p:cNvSpPr txBox="1">
            <a:spLocks noGrp="1"/>
          </p:cNvSpPr>
          <p:nvPr>
            <p:ph type="subTitle" idx="4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14" name="Google Shape;714;p39"/>
          <p:cNvSpPr txBox="1">
            <a:spLocks noGrp="1"/>
          </p:cNvSpPr>
          <p:nvPr>
            <p:ph type="subTitle" idx="5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15" name="Google Shape;715;p39"/>
          <p:cNvSpPr txBox="1">
            <a:spLocks noGrp="1"/>
          </p:cNvSpPr>
          <p:nvPr>
            <p:ph type="subTitle" idx="6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16" name="Google Shape;716;p39"/>
          <p:cNvSpPr txBox="1">
            <a:spLocks noGrp="1"/>
          </p:cNvSpPr>
          <p:nvPr>
            <p:ph type="subTitle" idx="7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717" name="Google Shape;717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718" name="Google Shape;718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719" name="Google Shape;719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720" name="Google Shape;720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721" name="Google Shape;721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22" name="Google Shape;722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723" name="Google Shape;72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724" name="Google Shape;72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725" name="Google Shape;72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26" name="Google Shape;72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27" name="Google Shape;72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28" name="Google Shape;72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29" name="Google Shape;72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30" name="Google Shape;73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31" name="Google Shape;73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32" name="Google Shape;732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33" name="Google Shape;733;p39"/>
          <p:cNvSpPr txBox="1">
            <a:spLocks noGrp="1"/>
          </p:cNvSpPr>
          <p:nvPr>
            <p:ph type="subTitle" idx="8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34" name="Google Shape;734;p39"/>
          <p:cNvSpPr txBox="1">
            <a:spLocks noGrp="1"/>
          </p:cNvSpPr>
          <p:nvPr>
            <p:ph type="title" idx="9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cxnSp>
        <p:nvCxnSpPr>
          <p:cNvPr id="735" name="Google Shape;735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6" name="Google Shape;736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39"/>
          <p:cNvSpPr txBox="1">
            <a:spLocks noGrp="1"/>
          </p:cNvSpPr>
          <p:nvPr>
            <p:ph type="subTitle" idx="13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39" name="Google Shape;739;p39"/>
          <p:cNvSpPr txBox="1">
            <a:spLocks noGrp="1"/>
          </p:cNvSpPr>
          <p:nvPr>
            <p:ph type="title" idx="14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40" name="Google Shape;740;p39"/>
          <p:cNvSpPr txBox="1">
            <a:spLocks noGrp="1"/>
          </p:cNvSpPr>
          <p:nvPr>
            <p:ph type="title" idx="15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 b="1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1" name="Google Shape;741;p39"/>
          <p:cNvSpPr txBox="1">
            <a:spLocks noGrp="1"/>
          </p:cNvSpPr>
          <p:nvPr>
            <p:ph type="title" idx="16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42" name="Google Shape;742;p39"/>
          <p:cNvSpPr txBox="1">
            <a:spLocks noGrp="1"/>
          </p:cNvSpPr>
          <p:nvPr>
            <p:ph type="title" idx="17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43" name="Google Shape;743;p39"/>
          <p:cNvSpPr txBox="1">
            <a:spLocks noGrp="1"/>
          </p:cNvSpPr>
          <p:nvPr>
            <p:ph type="title" idx="1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744" name="Google Shape;744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175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2">
  <p:cSld name="BLANK_1_1_1_1_1_1_1_1_1_1_1_1_1_1_1_2">
    <p:bg>
      <p:bgPr>
        <a:solidFill>
          <a:schemeClr val="lt1"/>
        </a:solidFill>
        <a:effectLst/>
      </p:bgPr>
    </p:bg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0"/>
          <p:cNvSpPr txBox="1">
            <a:spLocks noGrp="1"/>
          </p:cNvSpPr>
          <p:nvPr>
            <p:ph type="body" idx="1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47" name="Google Shape;747;p40"/>
          <p:cNvSpPr txBox="1">
            <a:spLocks noGrp="1"/>
          </p:cNvSpPr>
          <p:nvPr>
            <p:ph type="body" idx="2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48" name="Google Shape;748;p40"/>
          <p:cNvSpPr txBox="1">
            <a:spLocks noGrp="1"/>
          </p:cNvSpPr>
          <p:nvPr>
            <p:ph type="body" idx="3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49" name="Google Shape;749;p40"/>
          <p:cNvSpPr txBox="1">
            <a:spLocks noGrp="1"/>
          </p:cNvSpPr>
          <p:nvPr>
            <p:ph type="body" idx="4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grpSp>
        <p:nvGrpSpPr>
          <p:cNvPr id="750" name="Google Shape;750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51" name="Google Shape;751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52" name="Google Shape;752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3" name="Google Shape;75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54" name="Google Shape;754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55" name="Google Shape;755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6" name="Google Shape;75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7" name="Google Shape;757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8" name="Google Shape;758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59" name="Google Shape;759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60" name="Google Shape;760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1" name="Google Shape;761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2" name="Google Shape;762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3" name="Google Shape;763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64" name="Google Shape;764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6" name="Google Shape;766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7" name="Google Shape;767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69" name="Google Shape;769;p40"/>
          <p:cNvSpPr/>
          <p:nvPr/>
        </p:nvSpPr>
        <p:spPr>
          <a:xfrm rot="10800000" flipH="1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0" name="Google Shape;770;p40"/>
          <p:cNvSpPr/>
          <p:nvPr/>
        </p:nvSpPr>
        <p:spPr>
          <a:xfrm rot="10800000" flipH="1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1" name="Google Shape;771;p40"/>
          <p:cNvSpPr/>
          <p:nvPr/>
        </p:nvSpPr>
        <p:spPr>
          <a:xfrm rot="10800000" flipH="1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2" name="Google Shape;772;p40"/>
          <p:cNvSpPr/>
          <p:nvPr/>
        </p:nvSpPr>
        <p:spPr>
          <a:xfrm rot="10800000" flipH="1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3" name="Google Shape;773;p40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74" name="Google Shape;774;p40"/>
          <p:cNvSpPr txBox="1">
            <a:spLocks noGrp="1"/>
          </p:cNvSpPr>
          <p:nvPr>
            <p:ph type="title" idx="5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75" name="Google Shape;775;p40"/>
          <p:cNvSpPr txBox="1">
            <a:spLocks noGrp="1"/>
          </p:cNvSpPr>
          <p:nvPr>
            <p:ph type="subTitle" idx="6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76" name="Google Shape;776;p40"/>
          <p:cNvSpPr txBox="1">
            <a:spLocks noGrp="1"/>
          </p:cNvSpPr>
          <p:nvPr>
            <p:ph type="subTitle" idx="7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0"/>
          <p:cNvSpPr txBox="1">
            <a:spLocks noGrp="1"/>
          </p:cNvSpPr>
          <p:nvPr>
            <p:ph type="subTitle" idx="8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8" name="Google Shape;778;p40"/>
          <p:cNvSpPr txBox="1">
            <a:spLocks noGrp="1"/>
          </p:cNvSpPr>
          <p:nvPr>
            <p:ph type="subTitle" idx="9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9" name="Google Shape;779;p40"/>
          <p:cNvSpPr txBox="1">
            <a:spLocks noGrp="1"/>
          </p:cNvSpPr>
          <p:nvPr>
            <p:ph type="subTitle" idx="13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0" name="Google Shape;780;p40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781" name="Google Shape;781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lvl="2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lvl="3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lvl="4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lvl="5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lvl="6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lvl="7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lvl="8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3">
  <p:cSld name="BLANK_1_1_1_1_1_1_1_1_1_1_1_1_1_1_1_2_1">
    <p:bg>
      <p:bgPr>
        <a:solidFill>
          <a:schemeClr val="lt1"/>
        </a:solidFill>
        <a:effectLst/>
      </p:bgPr>
    </p:bg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1"/>
          <p:cNvSpPr txBox="1">
            <a:spLocks noGrp="1"/>
          </p:cNvSpPr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84" name="Google Shape;784;p41"/>
          <p:cNvSpPr txBox="1">
            <a:spLocks noGrp="1"/>
          </p:cNvSpPr>
          <p:nvPr>
            <p:ph type="title" idx="2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85" name="Google Shape;785;p41"/>
          <p:cNvSpPr txBox="1">
            <a:spLocks noGrp="1"/>
          </p:cNvSpPr>
          <p:nvPr>
            <p:ph type="title" idx="3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86" name="Google Shape;786;p41"/>
          <p:cNvSpPr txBox="1">
            <a:spLocks noGrp="1"/>
          </p:cNvSpPr>
          <p:nvPr>
            <p:ph type="title" idx="4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87" name="Google Shape;787;p41"/>
          <p:cNvSpPr txBox="1">
            <a:spLocks noGrp="1"/>
          </p:cNvSpPr>
          <p:nvPr>
            <p:ph type="title" idx="5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88" name="Google Shape;788;p41"/>
          <p:cNvSpPr txBox="1">
            <a:spLocks noGrp="1"/>
          </p:cNvSpPr>
          <p:nvPr>
            <p:ph type="subTitle" idx="1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cxnSp>
        <p:nvCxnSpPr>
          <p:cNvPr id="789" name="Google Shape;789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90" name="Google Shape;790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91" name="Google Shape;791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92" name="Google Shape;792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3" name="Google Shape;793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94" name="Google Shape;794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95" name="Google Shape;795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6" name="Google Shape;796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7" name="Google Shape;797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8" name="Google Shape;798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99" name="Google Shape;799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800" name="Google Shape;800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1" name="Google Shape;801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2" name="Google Shape;802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03" name="Google Shape;803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804" name="Google Shape;804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5" name="Google Shape;805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6" name="Google Shape;806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7" name="Google Shape;807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8" name="Google Shape;808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809" name="Google Shape;809;p41"/>
          <p:cNvSpPr/>
          <p:nvPr/>
        </p:nvSpPr>
        <p:spPr>
          <a:xfrm rot="10800000" flipH="1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0" name="Google Shape;810;p41"/>
          <p:cNvSpPr/>
          <p:nvPr/>
        </p:nvSpPr>
        <p:spPr>
          <a:xfrm rot="10800000" flipH="1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1" name="Google Shape;811;p41"/>
          <p:cNvSpPr/>
          <p:nvPr/>
        </p:nvSpPr>
        <p:spPr>
          <a:xfrm rot="10800000" flipH="1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2" name="Google Shape;812;p41"/>
          <p:cNvSpPr/>
          <p:nvPr/>
        </p:nvSpPr>
        <p:spPr>
          <a:xfrm rot="10800000" flipH="1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3" name="Google Shape;813;p41"/>
          <p:cNvSpPr txBox="1">
            <a:spLocks noGrp="1"/>
          </p:cNvSpPr>
          <p:nvPr>
            <p:ph type="body" idx="6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814" name="Google Shape;814;p41"/>
          <p:cNvSpPr txBox="1">
            <a:spLocks noGrp="1"/>
          </p:cNvSpPr>
          <p:nvPr>
            <p:ph type="body" idx="7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815" name="Google Shape;815;p41"/>
          <p:cNvSpPr txBox="1">
            <a:spLocks noGrp="1"/>
          </p:cNvSpPr>
          <p:nvPr>
            <p:ph type="body" idx="8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816" name="Google Shape;816;p41"/>
          <p:cNvSpPr txBox="1">
            <a:spLocks noGrp="1"/>
          </p:cNvSpPr>
          <p:nvPr>
            <p:ph type="body" idx="9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817" name="Google Shape;817;p41"/>
          <p:cNvSpPr txBox="1">
            <a:spLocks noGrp="1"/>
          </p:cNvSpPr>
          <p:nvPr>
            <p:ph type="title" idx="13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8" name="Google Shape;818;p41"/>
          <p:cNvSpPr txBox="1">
            <a:spLocks noGrp="1"/>
          </p:cNvSpPr>
          <p:nvPr>
            <p:ph type="title" idx="14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9" name="Google Shape;819;p41"/>
          <p:cNvSpPr txBox="1">
            <a:spLocks noGrp="1"/>
          </p:cNvSpPr>
          <p:nvPr>
            <p:ph type="title" idx="15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0" name="Google Shape;820;p41"/>
          <p:cNvSpPr txBox="1">
            <a:spLocks noGrp="1"/>
          </p:cNvSpPr>
          <p:nvPr>
            <p:ph type="title" idx="16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1" name="Google Shape;821;p41"/>
          <p:cNvSpPr txBox="1">
            <a:spLocks noGrp="1"/>
          </p:cNvSpPr>
          <p:nvPr>
            <p:ph type="title" idx="17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22" name="Google Shape;822;p41"/>
          <p:cNvSpPr txBox="1">
            <a:spLocks noGrp="1"/>
          </p:cNvSpPr>
          <p:nvPr>
            <p:ph type="title" idx="1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823" name="Google Shape;823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lvl="2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lvl="3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lvl="4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lvl="5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lvl="6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lvl="7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lvl="8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64" name="Google Shape;864;p4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65" name="Google Shape;865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68" name="Google Shape;868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71" name="Google Shape;871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72" name="Google Shape;872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75" name="Google Shape;875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76" name="Google Shape;876;p4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77" name="Google Shape;877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0" name="Google Shape;880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83" name="Google Shape;883;p4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84" name="Google Shape;884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87" name="Google Shape;887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0" name="Google Shape;890;p5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91" name="Google Shape;891;p5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92" name="Google Shape;892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895" name="Google Shape;895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0" name="Google Shape;900;p5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01" name="Google Shape;901;p5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02" name="Google Shape;902;p5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03" name="Google Shape;903;p5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04" name="Google Shape;904;p5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05" name="Google Shape;905;p5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06" name="Google Shape;906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10" name="Google Shape;910;p5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4" name="Google Shape;914;p5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15" name="Google Shape;915;p5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16" name="Google Shape;916;p5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17" name="Google Shape;917;p5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18" name="Google Shape;918;p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21" name="Google Shape;921;p5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22" name="Google Shape;922;p5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3" name="Google Shape;923;p56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24" name="Google Shape;924;p56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25" name="Google Shape;925;p56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26" name="Google Shape;926;p56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27" name="Google Shape;927;p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30" name="Google Shape;930;p5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31" name="Google Shape;931;p5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32" name="Google Shape;932;p5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33" name="Google Shape;933;p5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4" name="Google Shape;934;p5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35" name="Google Shape;935;p5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36" name="Google Shape;936;p5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37" name="Google Shape;937;p5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38" name="Google Shape;938;p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1" name="Google Shape;941;p5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942" name="Google Shape;942;p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45" name="Google Shape;945;p5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6" name="Google Shape;946;p5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7" name="Google Shape;947;p5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48" name="Google Shape;948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9" name="Google Shape;949;p5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50" name="Google Shape;950;p5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51" name="Google Shape;951;p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6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54" name="Google Shape;954;p6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55" name="Google Shape;955;p6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56" name="Google Shape;956;p6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57" name="Google Shape;957;p6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58" name="Google Shape;958;p6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59" name="Google Shape;959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6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61" name="Google Shape;961;p6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62" name="Google Shape;962;p6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63" name="Google Shape;963;p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966" name="Google Shape;966;p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69" name="Google Shape;969;p6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0" name="Google Shape;970;p6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1" name="Google Shape;971;p6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2" name="Google Shape;972;p6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3" name="Google Shape;973;p6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4" name="Google Shape;974;p6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5" name="Google Shape;975;p6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6" name="Google Shape;976;p6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7" name="Google Shape;977;p6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8" name="Google Shape;978;p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63"/>
          <p:cNvSpPr txBox="1">
            <a:spLocks noGrp="1"/>
          </p:cNvSpPr>
          <p:nvPr>
            <p:ph type="subTitle" idx="2"/>
          </p:nvPr>
        </p:nvSpPr>
        <p:spPr>
          <a:xfrm>
            <a:off x="290874" y="381000"/>
            <a:ext cx="2868637" cy="12991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ts val="2800"/>
              </a:lnSpc>
            </a:pPr>
            <a:r>
              <a:rPr lang="en-US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</a:rPr>
              <a:t>Presented by: Rahul Ghosh</a:t>
            </a:r>
          </a:p>
          <a:p>
            <a:pPr marL="0" indent="0">
              <a:lnSpc>
                <a:spcPts val="2800"/>
              </a:lnSpc>
            </a:pPr>
            <a:r>
              <a:rPr lang="en-US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</a:rPr>
              <a:t>Guided by : Naina Devi</a:t>
            </a:r>
          </a:p>
          <a:p>
            <a:pPr marL="0" indent="0">
              <a:lnSpc>
                <a:spcPts val="2800"/>
              </a:lnSpc>
            </a:pPr>
            <a:r>
              <a:rPr lang="en-US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</a:rPr>
              <a:t>Techno India university |  CSE-AI(3</a:t>
            </a:r>
            <a:r>
              <a:rPr lang="en-US" b="1" baseline="30000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</a:rPr>
              <a:t>rd</a:t>
            </a:r>
            <a:r>
              <a:rPr lang="en-US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</a:rPr>
              <a:t>  YEAR)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4" name="Google Shape;984;p63"/>
          <p:cNvSpPr txBox="1">
            <a:spLocks noGrp="1"/>
          </p:cNvSpPr>
          <p:nvPr>
            <p:ph type="title"/>
          </p:nvPr>
        </p:nvSpPr>
        <p:spPr>
          <a:xfrm>
            <a:off x="227000" y="3043450"/>
            <a:ext cx="5876700" cy="14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Salary Prediction Using Machine Learning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85" name="Google Shape;985;p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1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5"/>
          <p:cNvSpPr txBox="1">
            <a:spLocks noGrp="1"/>
          </p:cNvSpPr>
          <p:nvPr>
            <p:ph type="title" idx="3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1005" name="Google Shape;1005;p65"/>
          <p:cNvSpPr txBox="1">
            <a:spLocks noGrp="1"/>
          </p:cNvSpPr>
          <p:nvPr>
            <p:ph type="title" idx="17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06" name="Google Shape;1006;p65"/>
          <p:cNvSpPr txBox="1">
            <a:spLocks noGrp="1"/>
          </p:cNvSpPr>
          <p:nvPr>
            <p:ph type="subTitle" idx="5"/>
          </p:nvPr>
        </p:nvSpPr>
        <p:spPr>
          <a:xfrm>
            <a:off x="4482800" y="3713947"/>
            <a:ext cx="1481100" cy="19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6.</a:t>
            </a:r>
            <a:endParaRPr b="0"/>
          </a:p>
        </p:txBody>
      </p:sp>
      <p:sp>
        <p:nvSpPr>
          <p:cNvPr id="1007" name="Google Shape;1007;p65"/>
          <p:cNvSpPr txBox="1">
            <a:spLocks noGrp="1"/>
          </p:cNvSpPr>
          <p:nvPr>
            <p:ph type="subTitle" idx="6"/>
          </p:nvPr>
        </p:nvSpPr>
        <p:spPr>
          <a:xfrm>
            <a:off x="4482800" y="3413023"/>
            <a:ext cx="3972600" cy="2772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Used &amp; Code Summary</a:t>
            </a:r>
            <a:endParaRPr/>
          </a:p>
        </p:txBody>
      </p:sp>
      <p:sp>
        <p:nvSpPr>
          <p:cNvPr id="1008" name="Google Shape;1008;p65"/>
          <p:cNvSpPr txBox="1">
            <a:spLocks noGrp="1"/>
          </p:cNvSpPr>
          <p:nvPr>
            <p:ph type="subTitle" idx="7"/>
          </p:nvPr>
        </p:nvSpPr>
        <p:spPr>
          <a:xfrm>
            <a:off x="4482800" y="3180160"/>
            <a:ext cx="1481100" cy="19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5.</a:t>
            </a:r>
            <a:endParaRPr b="0"/>
          </a:p>
        </p:txBody>
      </p:sp>
      <p:sp>
        <p:nvSpPr>
          <p:cNvPr id="1009" name="Google Shape;1009;p65"/>
          <p:cNvSpPr txBox="1">
            <a:spLocks noGrp="1"/>
          </p:cNvSpPr>
          <p:nvPr>
            <p:ph type="subTitle" idx="8"/>
          </p:nvPr>
        </p:nvSpPr>
        <p:spPr>
          <a:xfrm>
            <a:off x="4482800" y="2880023"/>
            <a:ext cx="3972600" cy="2772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&amp; Libraries Used</a:t>
            </a:r>
            <a:endParaRPr/>
          </a:p>
        </p:txBody>
      </p:sp>
      <p:sp>
        <p:nvSpPr>
          <p:cNvPr id="1010" name="Google Shape;1010;p65"/>
          <p:cNvSpPr txBox="1">
            <a:spLocks noGrp="1"/>
          </p:cNvSpPr>
          <p:nvPr>
            <p:ph type="subTitle" idx="9"/>
          </p:nvPr>
        </p:nvSpPr>
        <p:spPr>
          <a:xfrm>
            <a:off x="4482800" y="2647160"/>
            <a:ext cx="1481100" cy="19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4.</a:t>
            </a:r>
            <a:endParaRPr b="0"/>
          </a:p>
        </p:txBody>
      </p:sp>
      <p:sp>
        <p:nvSpPr>
          <p:cNvPr id="1011" name="Google Shape;1011;p65"/>
          <p:cNvSpPr txBox="1">
            <a:spLocks noGrp="1"/>
          </p:cNvSpPr>
          <p:nvPr>
            <p:ph type="subTitle" idx="13"/>
          </p:nvPr>
        </p:nvSpPr>
        <p:spPr>
          <a:xfrm>
            <a:off x="4482800" y="2347398"/>
            <a:ext cx="3972600" cy="2772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&amp; Solution Approach</a:t>
            </a:r>
            <a:endParaRPr/>
          </a:p>
        </p:txBody>
      </p:sp>
      <p:sp>
        <p:nvSpPr>
          <p:cNvPr id="1012" name="Google Shape;1012;p65"/>
          <p:cNvSpPr txBox="1">
            <a:spLocks noGrp="1"/>
          </p:cNvSpPr>
          <p:nvPr>
            <p:ph type="subTitle" idx="14"/>
          </p:nvPr>
        </p:nvSpPr>
        <p:spPr>
          <a:xfrm>
            <a:off x="4482800" y="2114535"/>
            <a:ext cx="1481100" cy="19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3.</a:t>
            </a:r>
            <a:endParaRPr b="0"/>
          </a:p>
        </p:txBody>
      </p:sp>
      <p:sp>
        <p:nvSpPr>
          <p:cNvPr id="1013" name="Google Shape;1013;p65"/>
          <p:cNvSpPr txBox="1">
            <a:spLocks noGrp="1"/>
          </p:cNvSpPr>
          <p:nvPr>
            <p:ph type="subTitle" idx="15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014" name="Google Shape;1014;p65"/>
          <p:cNvSpPr txBox="1">
            <a:spLocks noGrp="1"/>
          </p:cNvSpPr>
          <p:nvPr>
            <p:ph type="subTitle" idx="16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1.</a:t>
            </a:r>
            <a:endParaRPr b="0"/>
          </a:p>
        </p:txBody>
      </p:sp>
      <p:sp>
        <p:nvSpPr>
          <p:cNvPr id="1015" name="Google Shape;1015;p65"/>
          <p:cNvSpPr txBox="1">
            <a:spLocks noGrp="1"/>
          </p:cNvSpPr>
          <p:nvPr>
            <p:ph type="subTitle" idx="1"/>
          </p:nvPr>
        </p:nvSpPr>
        <p:spPr>
          <a:xfrm>
            <a:off x="4482800" y="4482135"/>
            <a:ext cx="3972600" cy="2772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016" name="Google Shape;1016;p65"/>
          <p:cNvSpPr txBox="1">
            <a:spLocks noGrp="1"/>
          </p:cNvSpPr>
          <p:nvPr>
            <p:ph type="subTitle" idx="2"/>
          </p:nvPr>
        </p:nvSpPr>
        <p:spPr>
          <a:xfrm>
            <a:off x="4482800" y="4249272"/>
            <a:ext cx="1481100" cy="19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7.</a:t>
            </a:r>
            <a:endParaRPr b="0"/>
          </a:p>
        </p:txBody>
      </p:sp>
      <p:sp>
        <p:nvSpPr>
          <p:cNvPr id="1017" name="Google Shape;1017;p65"/>
          <p:cNvSpPr txBox="1">
            <a:spLocks noGrp="1"/>
          </p:cNvSpPr>
          <p:nvPr>
            <p:ph type="subTitle" idx="4"/>
          </p:nvPr>
        </p:nvSpPr>
        <p:spPr>
          <a:xfrm>
            <a:off x="4482800" y="3946810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Results, Challenges &amp; Future Improvements</a:t>
            </a:r>
            <a:endParaRPr/>
          </a:p>
        </p:txBody>
      </p:sp>
      <p:sp>
        <p:nvSpPr>
          <p:cNvPr id="1018" name="Google Shape;1018;p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019" name="Google Shape;1019;p65"/>
          <p:cNvSpPr txBox="1">
            <a:spLocks noGrp="1"/>
          </p:cNvSpPr>
          <p:nvPr>
            <p:ph type="subTitle" idx="13"/>
          </p:nvPr>
        </p:nvSpPr>
        <p:spPr>
          <a:xfrm>
            <a:off x="4482800" y="1814772"/>
            <a:ext cx="3972600" cy="2772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020" name="Google Shape;1020;p65"/>
          <p:cNvSpPr txBox="1">
            <a:spLocks noGrp="1"/>
          </p:cNvSpPr>
          <p:nvPr>
            <p:ph type="subTitle" idx="14"/>
          </p:nvPr>
        </p:nvSpPr>
        <p:spPr>
          <a:xfrm>
            <a:off x="4482800" y="1581910"/>
            <a:ext cx="1481100" cy="19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2.</a:t>
            </a: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5" name="Google Shape;1025;p66"/>
          <p:cNvCxnSpPr/>
          <p:nvPr/>
        </p:nvCxnSpPr>
        <p:spPr>
          <a:xfrm>
            <a:off x="682863" y="2676625"/>
            <a:ext cx="7683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6" name="Google Shape;1026;p66"/>
          <p:cNvSpPr/>
          <p:nvPr/>
        </p:nvSpPr>
        <p:spPr>
          <a:xfrm>
            <a:off x="23503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dist="28575" dir="2700000" algn="bl" rotWithShape="0">
              <a:schemeClr val="accent3">
                <a:alpha val="5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7" name="Google Shape;1027;p66"/>
          <p:cNvSpPr/>
          <p:nvPr/>
        </p:nvSpPr>
        <p:spPr>
          <a:xfrm>
            <a:off x="4215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dist="3810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8" name="Google Shape;1028;p66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dist="28575" dir="2700000" algn="bl" rotWithShape="0">
              <a:schemeClr val="accent4">
                <a:alpha val="5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9" name="Google Shape;1029;p66"/>
          <p:cNvSpPr/>
          <p:nvPr/>
        </p:nvSpPr>
        <p:spPr>
          <a:xfrm>
            <a:off x="6089013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dist="76200" dir="78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30" name="Google Shape;1030;p66"/>
          <p:cNvSpPr/>
          <p:nvPr/>
        </p:nvSpPr>
        <p:spPr>
          <a:xfrm>
            <a:off x="7730567" y="2263523"/>
            <a:ext cx="825900" cy="826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dist="3810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31" name="Google Shape;1031;p66"/>
          <p:cNvSpPr txBox="1">
            <a:spLocks noGrp="1"/>
          </p:cNvSpPr>
          <p:nvPr>
            <p:ph type="title" idx="5"/>
          </p:nvPr>
        </p:nvSpPr>
        <p:spPr>
          <a:xfrm>
            <a:off x="167800" y="1710725"/>
            <a:ext cx="1268400" cy="8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 Preparation</a:t>
            </a:r>
            <a:endParaRPr/>
          </a:p>
        </p:txBody>
      </p:sp>
      <p:sp>
        <p:nvSpPr>
          <p:cNvPr id="1032" name="Google Shape;1032;p66"/>
          <p:cNvSpPr txBox="1">
            <a:spLocks noGrp="1"/>
          </p:cNvSpPr>
          <p:nvPr>
            <p:ph type="title" idx="3"/>
          </p:nvPr>
        </p:nvSpPr>
        <p:spPr>
          <a:xfrm>
            <a:off x="2096025" y="2031200"/>
            <a:ext cx="1015800" cy="3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Imputation</a:t>
            </a:r>
            <a:endParaRPr sz="1100"/>
          </a:p>
        </p:txBody>
      </p:sp>
      <p:sp>
        <p:nvSpPr>
          <p:cNvPr id="1033" name="Google Shape;1033;p66"/>
          <p:cNvSpPr txBox="1">
            <a:spLocks noGrp="1"/>
          </p:cNvSpPr>
          <p:nvPr>
            <p:ph type="title" idx="4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Encoding &amp; Scaling</a:t>
            </a:r>
            <a:endParaRPr/>
          </a:p>
        </p:txBody>
      </p:sp>
      <p:sp>
        <p:nvSpPr>
          <p:cNvPr id="1034" name="Google Shape;1034;p66"/>
          <p:cNvSpPr txBox="1">
            <a:spLocks noGrp="1"/>
          </p:cNvSpPr>
          <p:nvPr>
            <p:ph type="title" idx="6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Model Building</a:t>
            </a:r>
            <a:endParaRPr/>
          </a:p>
        </p:txBody>
      </p:sp>
      <p:sp>
        <p:nvSpPr>
          <p:cNvPr id="1035" name="Google Shape;1035;p66"/>
          <p:cNvSpPr txBox="1">
            <a:spLocks noGrp="1"/>
          </p:cNvSpPr>
          <p:nvPr>
            <p:ph type="title" idx="7"/>
          </p:nvPr>
        </p:nvSpPr>
        <p:spPr>
          <a:xfrm>
            <a:off x="7684376" y="1797200"/>
            <a:ext cx="918300" cy="3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Model Evaluation</a:t>
            </a:r>
            <a:endParaRPr/>
          </a:p>
        </p:txBody>
      </p:sp>
      <p:sp>
        <p:nvSpPr>
          <p:cNvPr id="1036" name="Google Shape;1036;p66"/>
          <p:cNvSpPr txBox="1">
            <a:spLocks noGrp="1"/>
          </p:cNvSpPr>
          <p:nvPr>
            <p:ph type="body" idx="1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the dataset is clean by handling missing values and separating numerical and categorical columns</a:t>
            </a:r>
            <a:endParaRPr/>
          </a:p>
        </p:txBody>
      </p:sp>
      <p:sp>
        <p:nvSpPr>
          <p:cNvPr id="1037" name="Google Shape;1037;p66"/>
          <p:cNvSpPr txBox="1">
            <a:spLocks noGrp="1"/>
          </p:cNvSpPr>
          <p:nvPr>
            <p:ph type="title" idx="1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38" name="Google Shape;1038;p66"/>
          <p:cNvSpPr txBox="1">
            <a:spLocks noGrp="1"/>
          </p:cNvSpPr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039" name="Google Shape;1039;p66"/>
          <p:cNvSpPr txBox="1">
            <a:spLocks noGrp="1"/>
          </p:cNvSpPr>
          <p:nvPr>
            <p:ph type="body" idx="8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Transforming categorical features into numeric form and standardizing numerical features for uniformity.</a:t>
            </a:r>
            <a:endParaRPr/>
          </a:p>
        </p:txBody>
      </p:sp>
      <p:sp>
        <p:nvSpPr>
          <p:cNvPr id="1040" name="Google Shape;1040;p66"/>
          <p:cNvSpPr txBox="1">
            <a:spLocks noGrp="1"/>
          </p:cNvSpPr>
          <p:nvPr>
            <p:ph type="body" idx="9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multiple regression models inside a unified pipeline setup.</a:t>
            </a:r>
            <a:endParaRPr/>
          </a:p>
        </p:txBody>
      </p:sp>
      <p:sp>
        <p:nvSpPr>
          <p:cNvPr id="1041" name="Google Shape;1041;p66"/>
          <p:cNvSpPr txBox="1">
            <a:spLocks noGrp="1"/>
          </p:cNvSpPr>
          <p:nvPr>
            <p:ph type="body" idx="14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Filling missing values using simple, consistent strategies for both numeric and categorical features.</a:t>
            </a:r>
            <a:endParaRPr/>
          </a:p>
        </p:txBody>
      </p:sp>
      <p:sp>
        <p:nvSpPr>
          <p:cNvPr id="1042" name="Google Shape;1042;p66"/>
          <p:cNvSpPr txBox="1">
            <a:spLocks noGrp="1"/>
          </p:cNvSpPr>
          <p:nvPr>
            <p:ph type="body" idx="13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Assessing model performance using metrics like MSE and R² to determine accuracy.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3" name="Google Shape;1043;p6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7"/>
          <p:cNvSpPr txBox="1">
            <a:spLocks noGrp="1"/>
          </p:cNvSpPr>
          <p:nvPr>
            <p:ph type="title"/>
          </p:nvPr>
        </p:nvSpPr>
        <p:spPr>
          <a:xfrm>
            <a:off x="115025" y="165722"/>
            <a:ext cx="6507000" cy="11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Salary Prediction Using Machine Learning</a:t>
            </a:r>
            <a:endParaRPr/>
          </a:p>
        </p:txBody>
      </p:sp>
      <p:sp>
        <p:nvSpPr>
          <p:cNvPr id="1049" name="Google Shape;1049;p67"/>
          <p:cNvSpPr txBox="1">
            <a:spLocks noGrp="1"/>
          </p:cNvSpPr>
          <p:nvPr>
            <p:ph type="subTitle" idx="1"/>
          </p:nvPr>
        </p:nvSpPr>
        <p:spPr>
          <a:xfrm>
            <a:off x="115025" y="1607436"/>
            <a:ext cx="53871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This project presents a brief exploration of how machine learning methods can assist in estimating employee salaries.</a:t>
            </a:r>
            <a:endParaRPr sz="1200"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Font typeface="Sora Light"/>
              <a:buChar char="●"/>
            </a:pP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The work is based on a modest dataset that includes attributes such as experience, age, gender, and salary, allowing the model to learn meaningful patterns.</a:t>
            </a:r>
            <a:br>
              <a:rPr lang="en" sz="1200">
                <a:latin typeface="Sora Light"/>
                <a:ea typeface="Sora Light"/>
                <a:cs typeface="Sora Light"/>
                <a:sym typeface="Sora Light"/>
              </a:rPr>
            </a:br>
            <a:endParaRPr sz="1200"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Sora Light"/>
              <a:buChar char="●"/>
            </a:pP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The aim is to build a predictive system that reflects practical use of both regression techniques and ensemble-based approaches.</a:t>
            </a:r>
            <a:br>
              <a:rPr lang="en" sz="1200">
                <a:latin typeface="Sora Light"/>
                <a:ea typeface="Sora Light"/>
                <a:cs typeface="Sora Light"/>
                <a:sym typeface="Sora Light"/>
              </a:rPr>
            </a:br>
            <a:endParaRPr sz="1200"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Sora Light"/>
              <a:buChar char="●"/>
            </a:pP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The implementation is carried out in Python, supported by the Scikit-learn ecosystem for preprocessing, model development, and evaluation.</a:t>
            </a:r>
            <a:endParaRPr sz="12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50" name="Google Shape;1050;p67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51" name="Google Shape;1051;p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4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1052" name="Google Shape;1052;p67"/>
          <p:cNvSpPr txBox="1"/>
          <p:nvPr/>
        </p:nvSpPr>
        <p:spPr>
          <a:xfrm>
            <a:off x="115025" y="1401720"/>
            <a:ext cx="400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Introduction</a:t>
            </a:r>
            <a:endParaRPr sz="1200"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68"/>
          <p:cNvSpPr txBox="1">
            <a:spLocks noGrp="1"/>
          </p:cNvSpPr>
          <p:nvPr>
            <p:ph type="body" idx="2"/>
          </p:nvPr>
        </p:nvSpPr>
        <p:spPr>
          <a:xfrm>
            <a:off x="4631450" y="446575"/>
            <a:ext cx="3905400" cy="14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Problem Statement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Organizations often require reliable estimates of employee compensation for planning, hiring, and analysis.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Given limited attributes such as years of experience, age, and gender, the task is to develop a model that can predict salary with reasonable accuracy.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58" name="Google Shape;1058;p68"/>
          <p:cNvSpPr txBox="1">
            <a:spLocks noGrp="1"/>
          </p:cNvSpPr>
          <p:nvPr>
            <p:ph type="body" idx="1"/>
          </p:nvPr>
        </p:nvSpPr>
        <p:spPr>
          <a:xfrm>
            <a:off x="4631450" y="2170025"/>
            <a:ext cx="3905400" cy="24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Proposed Approach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457200" lvl="0" indent="-292100" algn="l" rtl="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Preprocess both numerical and categorical features appropriately.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Train multiple regression models to understand their behavior.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Combine them through an ensemble technique to achieve better overall performance.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Evaluate using standard metrics (RMSE and R²).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59" name="Google Shape;1059;p68"/>
          <p:cNvSpPr txBox="1">
            <a:spLocks noGrp="1"/>
          </p:cNvSpPr>
          <p:nvPr>
            <p:ph type="title" idx="3"/>
          </p:nvPr>
        </p:nvSpPr>
        <p:spPr>
          <a:xfrm>
            <a:off x="115025" y="502775"/>
            <a:ext cx="3905400" cy="18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Challenge and Solution Path</a:t>
            </a:r>
            <a:endParaRPr/>
          </a:p>
        </p:txBody>
      </p:sp>
      <p:sp>
        <p:nvSpPr>
          <p:cNvPr id="1060" name="Google Shape;1060;p68"/>
          <p:cNvSpPr txBox="1">
            <a:spLocks noGrp="1"/>
          </p:cNvSpPr>
          <p:nvPr>
            <p:ph type="title" idx="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61" name="Google Shape;1061;p6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9"/>
          <p:cNvSpPr txBox="1">
            <a:spLocks noGrp="1"/>
          </p:cNvSpPr>
          <p:nvPr>
            <p:ph type="subTitle" idx="1"/>
          </p:nvPr>
        </p:nvSpPr>
        <p:spPr>
          <a:xfrm>
            <a:off x="267425" y="3599071"/>
            <a:ext cx="4503900" cy="8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/>
              <a:t>Libraries Utilized</a:t>
            </a:r>
            <a:endParaRPr sz="1100" b="1"/>
          </a:p>
          <a:p>
            <a:pPr marL="457200" lvl="0" indent="-292100" algn="l" rtl="0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i="1"/>
              <a:t>pandas, numpy</a:t>
            </a:r>
            <a:r>
              <a:rPr lang="en"/>
              <a:t> for data handling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i="1"/>
              <a:t>scikit-learn</a:t>
            </a:r>
            <a:r>
              <a:rPr lang="en"/>
              <a:t> for preprocessing, modeling, and evaluation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i="1"/>
              <a:t>matplotlib </a:t>
            </a:r>
            <a:r>
              <a:rPr lang="en"/>
              <a:t>to make data visualisations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800" b="1"/>
          </a:p>
        </p:txBody>
      </p:sp>
      <p:sp>
        <p:nvSpPr>
          <p:cNvPr id="1067" name="Google Shape;1067;p69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7546500" cy="11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Workflow &amp; Libraries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</a:t>
            </a:r>
            <a:endParaRPr/>
          </a:p>
        </p:txBody>
      </p:sp>
      <p:sp>
        <p:nvSpPr>
          <p:cNvPr id="1068" name="Google Shape;1068;p69"/>
          <p:cNvSpPr txBox="1">
            <a:spLocks noGrp="1"/>
          </p:cNvSpPr>
          <p:nvPr>
            <p:ph type="subTitle" idx="1"/>
          </p:nvPr>
        </p:nvSpPr>
        <p:spPr>
          <a:xfrm>
            <a:off x="267425" y="1482796"/>
            <a:ext cx="4839900" cy="18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/>
              <a:t>Overall Workflow</a:t>
            </a:r>
            <a:endParaRPr sz="1100" b="1"/>
          </a:p>
          <a:p>
            <a:pPr marL="457200" lvl="0" indent="-292100" algn="l" rtl="0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Load and inspect the dataset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Clean data and select relevant features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Divide data into training and testing subsets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Apply preprocessing (imputation, encoding, scaling)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Train individual models and an ensemble model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Compare performance using cross-validation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Test the final model with new sample inputs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Save the trained model for future use</a:t>
            </a:r>
            <a:endParaRPr sz="1300" b="1"/>
          </a:p>
        </p:txBody>
      </p:sp>
      <p:sp>
        <p:nvSpPr>
          <p:cNvPr id="1069" name="Google Shape;1069;p69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70" name="Google Shape;1070;p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0"/>
          <p:cNvSpPr txBox="1">
            <a:spLocks noGrp="1"/>
          </p:cNvSpPr>
          <p:nvPr>
            <p:ph type="body" idx="2"/>
          </p:nvPr>
        </p:nvSpPr>
        <p:spPr>
          <a:xfrm>
            <a:off x="4631450" y="827575"/>
            <a:ext cx="3667500" cy="41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Algorithms Applied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Linear Regression</a:t>
            </a:r>
            <a:endParaRPr b="1"/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Used as an initial baseline model, helping us observe simple linear relationships within the salary data.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Random Forest Regressor</a:t>
            </a:r>
            <a:endParaRPr b="1"/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An ensemble of multiple decision trees that reduces overfitting and provides more stable predictions.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Gradient Boosting Regressor</a:t>
            </a:r>
            <a:endParaRPr b="1"/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Builds models sequentially, where each new model learns from errors made previously, allowing gradual refinement.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Voting Regressor</a:t>
            </a:r>
            <a:endParaRPr b="1"/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Combines the predictions of all individual models, aiming to balance their strengths and reduce individual biases.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76" name="Google Shape;1076;p70"/>
          <p:cNvSpPr txBox="1">
            <a:spLocks noGrp="1"/>
          </p:cNvSpPr>
          <p:nvPr>
            <p:ph type="title" idx="3"/>
          </p:nvPr>
        </p:nvSpPr>
        <p:spPr>
          <a:xfrm>
            <a:off x="115025" y="502775"/>
            <a:ext cx="39054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Used &amp; Code Overview</a:t>
            </a:r>
            <a:endParaRPr/>
          </a:p>
        </p:txBody>
      </p:sp>
      <p:sp>
        <p:nvSpPr>
          <p:cNvPr id="1077" name="Google Shape;1077;p70"/>
          <p:cNvSpPr txBox="1">
            <a:spLocks noGrp="1"/>
          </p:cNvSpPr>
          <p:nvPr>
            <p:ph type="title" idx="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78" name="Google Shape;1078;p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1"/>
          <p:cNvSpPr txBox="1">
            <a:spLocks noGrp="1"/>
          </p:cNvSpPr>
          <p:nvPr>
            <p:ph type="body" idx="2"/>
          </p:nvPr>
        </p:nvSpPr>
        <p:spPr>
          <a:xfrm>
            <a:off x="4175464" y="827575"/>
            <a:ext cx="4499700" cy="41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Brief Code Summary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Preprocessing with ColumnTransformer</a:t>
            </a:r>
            <a:endParaRPr b="1"/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Numeric features are imputed and scaled, while categorical features undergo imputation and one-hot encoding to make them model-ready.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Use of Pipelines</a:t>
            </a:r>
            <a:endParaRPr b="1"/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Each model is paired with a preprocessing pipeline for consistent and automated handling of raw data.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Cross-Validation</a:t>
            </a:r>
            <a:endParaRPr b="1"/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Helps estimate model performance more reliably by evaluating across multiple data splits.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Feature Insights</a:t>
            </a:r>
            <a:endParaRPr b="1"/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Feature importance from the Random Forest model provides a preliminary understanding of which inputs contribute most to predictions.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Model Saving and Testing</a:t>
            </a:r>
            <a:endParaRPr b="1"/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The best-performing model is stored using Joblib and demonstrated on sample input to verify correctness.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84" name="Google Shape;1084;p71"/>
          <p:cNvSpPr txBox="1">
            <a:spLocks noGrp="1"/>
          </p:cNvSpPr>
          <p:nvPr>
            <p:ph type="title" idx="3"/>
          </p:nvPr>
        </p:nvSpPr>
        <p:spPr>
          <a:xfrm>
            <a:off x="115025" y="502775"/>
            <a:ext cx="39054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Used &amp; Code Overview</a:t>
            </a:r>
            <a:endParaRPr/>
          </a:p>
        </p:txBody>
      </p:sp>
      <p:sp>
        <p:nvSpPr>
          <p:cNvPr id="1085" name="Google Shape;1085;p71"/>
          <p:cNvSpPr txBox="1">
            <a:spLocks noGrp="1"/>
          </p:cNvSpPr>
          <p:nvPr>
            <p:ph type="title" idx="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86" name="Google Shape;1086;p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2"/>
          <p:cNvSpPr txBox="1">
            <a:spLocks noGrp="1"/>
          </p:cNvSpPr>
          <p:nvPr>
            <p:ph type="title" idx="13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Limitations </a:t>
            </a:r>
            <a:endParaRPr/>
          </a:p>
        </p:txBody>
      </p:sp>
      <p:sp>
        <p:nvSpPr>
          <p:cNvPr id="1092" name="Google Shape;1092;p72"/>
          <p:cNvSpPr txBox="1"/>
          <p:nvPr/>
        </p:nvSpPr>
        <p:spPr>
          <a:xfrm>
            <a:off x="267925" y="1216300"/>
            <a:ext cx="5287200" cy="15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Results Obtained</a:t>
            </a:r>
            <a:endParaRPr sz="1100"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The ensemble model produced more consistent and balanced predictions compared to individual models.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Evaluation metrics such as RMSE and R² suggested that the model is able to learn meaningful salary patterns from the available features.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Overall, the combined approach offered a dependable baseline for salary prediction.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93" name="Google Shape;1093;p72"/>
          <p:cNvSpPr txBox="1"/>
          <p:nvPr/>
        </p:nvSpPr>
        <p:spPr>
          <a:xfrm>
            <a:off x="267925" y="3045100"/>
            <a:ext cx="5287200" cy="15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Current Limitations</a:t>
            </a:r>
            <a:endParaRPr sz="1100"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The dataset is relatively small and lacks additional influential attributes such as education level, job role, or geographic region.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Salary prediction is influenced by numerous external factors that are not fully captured in the dataset.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Some models may still face generalization issues due to limited data diversity.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94" name="Google Shape;109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600" y="942129"/>
            <a:ext cx="2930687" cy="18177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95" name="Google Shape;109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7600" y="2875375"/>
            <a:ext cx="2930710" cy="18177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96" name="Google Shape;1096;p72"/>
          <p:cNvSpPr txBox="1">
            <a:spLocks noGrp="1"/>
          </p:cNvSpPr>
          <p:nvPr>
            <p:ph type="title"/>
          </p:nvPr>
        </p:nvSpPr>
        <p:spPr>
          <a:xfrm>
            <a:off x="137160" y="4774929"/>
            <a:ext cx="1939200" cy="18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Nov/2025</a:t>
            </a:r>
            <a:endParaRPr/>
          </a:p>
        </p:txBody>
      </p:sp>
      <p:sp>
        <p:nvSpPr>
          <p:cNvPr id="1097" name="Google Shape;1097;p7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73"/>
          <p:cNvSpPr/>
          <p:nvPr/>
        </p:nvSpPr>
        <p:spPr>
          <a:xfrm rot="10800000">
            <a:off x="1235525" y="1596250"/>
            <a:ext cx="632425" cy="1261900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3" name="Google Shape;1103;p73"/>
          <p:cNvSpPr/>
          <p:nvPr/>
        </p:nvSpPr>
        <p:spPr>
          <a:xfrm>
            <a:off x="1265075" y="2966200"/>
            <a:ext cx="3303000" cy="126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4" name="Google Shape;1104;p73"/>
          <p:cNvSpPr/>
          <p:nvPr/>
        </p:nvSpPr>
        <p:spPr>
          <a:xfrm rot="10800000">
            <a:off x="1235525" y="2966150"/>
            <a:ext cx="632425" cy="1261900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5" name="Google Shape;1105;p73"/>
          <p:cNvSpPr/>
          <p:nvPr/>
        </p:nvSpPr>
        <p:spPr>
          <a:xfrm>
            <a:off x="4699363" y="1596250"/>
            <a:ext cx="3303000" cy="126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6" name="Google Shape;1106;p73"/>
          <p:cNvSpPr/>
          <p:nvPr/>
        </p:nvSpPr>
        <p:spPr>
          <a:xfrm rot="10800000">
            <a:off x="4672250" y="1596250"/>
            <a:ext cx="618259" cy="1261900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7" name="Google Shape;1107;p73"/>
          <p:cNvSpPr/>
          <p:nvPr/>
        </p:nvSpPr>
        <p:spPr>
          <a:xfrm>
            <a:off x="4699363" y="2966200"/>
            <a:ext cx="3303000" cy="126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8" name="Google Shape;1108;p73"/>
          <p:cNvSpPr/>
          <p:nvPr/>
        </p:nvSpPr>
        <p:spPr>
          <a:xfrm rot="10800000">
            <a:off x="4665150" y="2966150"/>
            <a:ext cx="632425" cy="1261900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9" name="Google Shape;1109;p73"/>
          <p:cNvSpPr/>
          <p:nvPr/>
        </p:nvSpPr>
        <p:spPr>
          <a:xfrm>
            <a:off x="1235525" y="1596250"/>
            <a:ext cx="3332400" cy="1261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110" name="Google Shape;1110;p73"/>
          <p:cNvCxnSpPr/>
          <p:nvPr/>
        </p:nvCxnSpPr>
        <p:spPr>
          <a:xfrm>
            <a:off x="2788825" y="539450"/>
            <a:ext cx="0" cy="3903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1" name="Google Shape;1111;p73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112" name="Google Shape;1112;p73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13" name="Google Shape;1113;p73"/>
          <p:cNvSpPr txBox="1">
            <a:spLocks noGrp="1"/>
          </p:cNvSpPr>
          <p:nvPr>
            <p:ph type="subTitle" idx="8"/>
          </p:nvPr>
        </p:nvSpPr>
        <p:spPr>
          <a:xfrm>
            <a:off x="1867950" y="3062125"/>
            <a:ext cx="23949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highlight>
                  <a:schemeClr val="lt1"/>
                </a:highlight>
              </a:rPr>
              <a:t>Deployment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14" name="Google Shape;1114;p73"/>
          <p:cNvSpPr txBox="1">
            <a:spLocks noGrp="1"/>
          </p:cNvSpPr>
          <p:nvPr>
            <p:ph type="subTitle" idx="6"/>
          </p:nvPr>
        </p:nvSpPr>
        <p:spPr>
          <a:xfrm>
            <a:off x="128725" y="382975"/>
            <a:ext cx="2660100" cy="111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Future Scope &amp; Improvements</a:t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1115" name="Google Shape;1115;p73"/>
          <p:cNvSpPr txBox="1"/>
          <p:nvPr/>
        </p:nvSpPr>
        <p:spPr>
          <a:xfrm>
            <a:off x="1439363" y="188830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16" name="Google Shape;1116;p73"/>
          <p:cNvSpPr txBox="1"/>
          <p:nvPr/>
        </p:nvSpPr>
        <p:spPr>
          <a:xfrm>
            <a:off x="4869875" y="18883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17" name="Google Shape;1117;p73"/>
          <p:cNvSpPr txBox="1"/>
          <p:nvPr/>
        </p:nvSpPr>
        <p:spPr>
          <a:xfrm>
            <a:off x="1439369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18" name="Google Shape;1118;p73"/>
          <p:cNvSpPr txBox="1"/>
          <p:nvPr/>
        </p:nvSpPr>
        <p:spPr>
          <a:xfrm>
            <a:off x="4869881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19" name="Google Shape;1119;p73"/>
          <p:cNvSpPr txBox="1">
            <a:spLocks noGrp="1"/>
          </p:cNvSpPr>
          <p:nvPr>
            <p:ph type="subTitle" idx="7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Add More Features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20" name="Google Shape;1120;p73"/>
          <p:cNvSpPr txBox="1">
            <a:spLocks noGrp="1"/>
          </p:cNvSpPr>
          <p:nvPr>
            <p:ph type="body" idx="1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Introducing variables like skills, company size, job category, and location can significantly strengthen predictive power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1" name="Google Shape;1121;p73"/>
          <p:cNvSpPr txBox="1">
            <a:spLocks noGrp="1"/>
          </p:cNvSpPr>
          <p:nvPr>
            <p:ph type="subTitle" idx="9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Better Algorithms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22" name="Google Shape;1122;p73"/>
          <p:cNvSpPr txBox="1">
            <a:spLocks noGrp="1"/>
          </p:cNvSpPr>
          <p:nvPr>
            <p:ph type="subTitle" idx="13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Dataset Expansion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23" name="Google Shape;1123;p73"/>
          <p:cNvSpPr txBox="1">
            <a:spLocks noGrp="1"/>
          </p:cNvSpPr>
          <p:nvPr>
            <p:ph type="body" idx="2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Build a simple web interface or dashboard to make predictions accessible and improve presentation value.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4" name="Google Shape;1124;p73"/>
          <p:cNvSpPr txBox="1">
            <a:spLocks noGrp="1"/>
          </p:cNvSpPr>
          <p:nvPr>
            <p:ph type="body" idx="3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Experiment with tuned hyperparameters and advanced models like XGBoost, CatBoost, or lightweight neural networks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5" name="Google Shape;1125;p73"/>
          <p:cNvSpPr txBox="1">
            <a:spLocks noGrp="1"/>
          </p:cNvSpPr>
          <p:nvPr>
            <p:ph type="body" idx="4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Collecting more data from open sources or job portals can build a stronger and more representative training set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6" name="Google Shape;1126;p73"/>
          <p:cNvSpPr/>
          <p:nvPr/>
        </p:nvSpPr>
        <p:spPr>
          <a:xfrm rot="10800000">
            <a:off x="1235525" y="1596200"/>
            <a:ext cx="632425" cy="1261900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7" name="Google Shape;1127;p73"/>
          <p:cNvSpPr txBox="1"/>
          <p:nvPr/>
        </p:nvSpPr>
        <p:spPr>
          <a:xfrm>
            <a:off x="1415388" y="18883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28" name="Google Shape;1128;p73"/>
          <p:cNvSpPr txBox="1"/>
          <p:nvPr/>
        </p:nvSpPr>
        <p:spPr>
          <a:xfrm>
            <a:off x="2898599" y="4745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Future Enhancements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9" name="Google Shape;1129;p73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Nov/2025</a:t>
            </a:r>
            <a:endParaRPr/>
          </a:p>
        </p:txBody>
      </p:sp>
      <p:sp>
        <p:nvSpPr>
          <p:cNvPr id="1130" name="Google Shape;1130;p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10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846</Words>
  <Application>Microsoft Office PowerPoint</Application>
  <PresentationFormat>On-screen Show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Sora Light</vt:lpstr>
      <vt:lpstr>Brygada 1918 Bold</vt:lpstr>
      <vt:lpstr>Sora ExtraLight</vt:lpstr>
      <vt:lpstr>IBM Plex Sans Medium</vt:lpstr>
      <vt:lpstr>Arial</vt:lpstr>
      <vt:lpstr>IBM Plex Sans SemiBold</vt:lpstr>
      <vt:lpstr>IBM Plex Sans</vt:lpstr>
      <vt:lpstr>Sora Medium</vt:lpstr>
      <vt:lpstr>Sora SemiBold</vt:lpstr>
      <vt:lpstr>Sora</vt:lpstr>
      <vt:lpstr>Simple Light</vt:lpstr>
      <vt:lpstr>GEOMETRIC OVERLAYS</vt:lpstr>
      <vt:lpstr>Salary Prediction Using Machine Learning</vt:lpstr>
      <vt:lpstr>Contents</vt:lpstr>
      <vt:lpstr>Data Preparation</vt:lpstr>
      <vt:lpstr>Salary Prediction Using Machine Learning</vt:lpstr>
      <vt:lpstr>Understanding the Challenge and Solution Path</vt:lpstr>
      <vt:lpstr>Project Workflow &amp; Libraries  Used</vt:lpstr>
      <vt:lpstr>Algorithms Used &amp; Code Overview</vt:lpstr>
      <vt:lpstr>Algorithms Used &amp; Code Overview</vt:lpstr>
      <vt:lpstr>Results &amp; Limitations </vt:lpstr>
      <vt:lpstr>Year/Quarter/Month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Salary Prediction Using Machine Learning</dc:title>
  <cp:lastModifiedBy>rahul6262318ghosh@gmail.com</cp:lastModifiedBy>
  <cp:revision>4</cp:revision>
  <dcterms:modified xsi:type="dcterms:W3CDTF">2025-11-18T04:22:33Z</dcterms:modified>
</cp:coreProperties>
</file>